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63" r:id="rId2"/>
    <p:sldId id="324" r:id="rId3"/>
    <p:sldId id="258" r:id="rId4"/>
    <p:sldId id="359" r:id="rId5"/>
    <p:sldId id="360" r:id="rId6"/>
    <p:sldId id="361" r:id="rId7"/>
    <p:sldId id="362" r:id="rId8"/>
    <p:sldId id="365" r:id="rId9"/>
    <p:sldId id="364" r:id="rId10"/>
    <p:sldId id="397" r:id="rId11"/>
    <p:sldId id="366" r:id="rId12"/>
    <p:sldId id="367" r:id="rId13"/>
    <p:sldId id="368" r:id="rId14"/>
    <p:sldId id="373" r:id="rId15"/>
    <p:sldId id="374" r:id="rId16"/>
    <p:sldId id="378" r:id="rId17"/>
    <p:sldId id="385" r:id="rId18"/>
    <p:sldId id="386" r:id="rId19"/>
    <p:sldId id="388" r:id="rId20"/>
    <p:sldId id="389" r:id="rId21"/>
    <p:sldId id="393" r:id="rId22"/>
    <p:sldId id="394" r:id="rId23"/>
    <p:sldId id="395" r:id="rId24"/>
    <p:sldId id="370" r:id="rId25"/>
    <p:sldId id="369" r:id="rId26"/>
    <p:sldId id="375" r:id="rId27"/>
    <p:sldId id="376" r:id="rId28"/>
    <p:sldId id="377" r:id="rId29"/>
    <p:sldId id="379" r:id="rId30"/>
    <p:sldId id="380" r:id="rId31"/>
    <p:sldId id="381" r:id="rId32"/>
    <p:sldId id="382" r:id="rId33"/>
    <p:sldId id="383" r:id="rId34"/>
    <p:sldId id="384" r:id="rId35"/>
    <p:sldId id="387" r:id="rId36"/>
    <p:sldId id="390" r:id="rId37"/>
    <p:sldId id="392" r:id="rId38"/>
  </p:sldIdLst>
  <p:sldSz cx="12192000" cy="6858000"/>
  <p:notesSz cx="6858000" cy="9144000"/>
  <p:embeddedFontLst>
    <p:embeddedFont>
      <p:font typeface="Avenir Next LT Pro Demi" panose="020B0604020202020204" charset="0"/>
      <p:bold r:id="rId41"/>
      <p:boldItalic r:id="rId42"/>
    </p:embeddedFont>
    <p:embeddedFont>
      <p:font typeface="Avenir Next LT Pro Light" panose="020B0604020202020204" charset="0"/>
      <p:regular r:id="rId43"/>
      <p:italic r:id="rId44"/>
    </p:embeddedFont>
    <p:embeddedFont>
      <p:font typeface="Cambria Math" panose="02040503050406030204" pitchFamily="18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äsentation" id="{D4FCB3B3-2F76-4BB5-8E9E-FB1C246458FA}">
          <p14:sldIdLst>
            <p14:sldId id="263"/>
          </p14:sldIdLst>
        </p14:section>
        <p14:section name="Data Preprocessing" id="{391D9203-D586-415F-868D-A43FA015C248}">
          <p14:sldIdLst>
            <p14:sldId id="324"/>
            <p14:sldId id="258"/>
            <p14:sldId id="359"/>
            <p14:sldId id="360"/>
            <p14:sldId id="361"/>
            <p14:sldId id="362"/>
            <p14:sldId id="365"/>
            <p14:sldId id="364"/>
            <p14:sldId id="397"/>
            <p14:sldId id="366"/>
            <p14:sldId id="367"/>
          </p14:sldIdLst>
        </p14:section>
        <p14:section name="Data Analysis" id="{6B276621-3140-4A6C-A629-FD345C4C6967}">
          <p14:sldIdLst>
            <p14:sldId id="368"/>
            <p14:sldId id="373"/>
            <p14:sldId id="374"/>
            <p14:sldId id="378"/>
            <p14:sldId id="385"/>
            <p14:sldId id="386"/>
            <p14:sldId id="388"/>
            <p14:sldId id="389"/>
            <p14:sldId id="393"/>
            <p14:sldId id="394"/>
            <p14:sldId id="395"/>
          </p14:sldIdLst>
        </p14:section>
        <p14:section name="Statistical Modeling" id="{4EDE7FD7-A736-42AD-9FCA-E9C2F811943E}">
          <p14:sldIdLst>
            <p14:sldId id="370"/>
            <p14:sldId id="369"/>
            <p14:sldId id="375"/>
            <p14:sldId id="376"/>
            <p14:sldId id="377"/>
            <p14:sldId id="379"/>
            <p14:sldId id="380"/>
            <p14:sldId id="381"/>
            <p14:sldId id="382"/>
            <p14:sldId id="383"/>
            <p14:sldId id="384"/>
            <p14:sldId id="387"/>
            <p14:sldId id="390"/>
            <p14:sldId id="3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AFAFA"/>
    <a:srgbClr val="F3F1EF"/>
    <a:srgbClr val="45B1CB"/>
    <a:srgbClr val="2D899F"/>
    <a:srgbClr val="1F74AD"/>
    <a:srgbClr val="144D73"/>
    <a:srgbClr val="2C3E50"/>
    <a:srgbClr val="212E3C"/>
    <a:srgbClr val="1E5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937E3-CB99-43B1-B179-D46151383465}" v="3462" dt="2026-01-18T21:50:39.153"/>
    <p1510:client id="{3C3C36A6-0302-15F5-F0F8-94B4D43BACF0}" v="1979" dt="2026-01-18T20:59:45.79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s Schulte" userId="4c8895249569c71b" providerId="LiveId" clId="{4D5BFE28-FC34-45C0-B88A-FBEB1EB466CE}"/>
    <pc:docChg chg="undo redo custSel addSld delSld modSld sldOrd addSection modSection">
      <pc:chgData name="Mattis Schulte" userId="4c8895249569c71b" providerId="LiveId" clId="{4D5BFE28-FC34-45C0-B88A-FBEB1EB466CE}" dt="2026-01-18T21:50:39.153" v="4517" actId="478"/>
      <pc:docMkLst>
        <pc:docMk/>
      </pc:docMkLst>
      <pc:sldChg chg="del">
        <pc:chgData name="Mattis Schulte" userId="4c8895249569c71b" providerId="LiveId" clId="{4D5BFE28-FC34-45C0-B88A-FBEB1EB466CE}" dt="2026-01-18T17:33:07.810" v="0" actId="47"/>
        <pc:sldMkLst>
          <pc:docMk/>
          <pc:sldMk cId="3078369403" sldId="256"/>
        </pc:sldMkLst>
      </pc:sldChg>
      <pc:sldChg chg="delSp modSp mod">
        <pc:chgData name="Mattis Schulte" userId="4c8895249569c71b" providerId="LiveId" clId="{4D5BFE28-FC34-45C0-B88A-FBEB1EB466CE}" dt="2026-01-18T19:21:38.907" v="2081" actId="478"/>
        <pc:sldMkLst>
          <pc:docMk/>
          <pc:sldMk cId="3828083570" sldId="258"/>
        </pc:sldMkLst>
        <pc:spChg chg="mod">
          <ac:chgData name="Mattis Schulte" userId="4c8895249569c71b" providerId="LiveId" clId="{4D5BFE28-FC34-45C0-B88A-FBEB1EB466CE}" dt="2026-01-18T17:49:52.908" v="753"/>
          <ac:spMkLst>
            <pc:docMk/>
            <pc:sldMk cId="3828083570" sldId="258"/>
            <ac:spMk id="3" creationId="{65C07C2D-141A-1106-404C-11F4DFA87671}"/>
          </ac:spMkLst>
        </pc:spChg>
        <pc:spChg chg="del">
          <ac:chgData name="Mattis Schulte" userId="4c8895249569c71b" providerId="LiveId" clId="{4D5BFE28-FC34-45C0-B88A-FBEB1EB466CE}" dt="2026-01-18T19:21:38.907" v="2081" actId="478"/>
          <ac:spMkLst>
            <pc:docMk/>
            <pc:sldMk cId="3828083570" sldId="258"/>
            <ac:spMk id="5" creationId="{A44AFF2F-7BF0-C42B-3AF0-0AEF6153F634}"/>
          </ac:spMkLst>
        </pc:spChg>
        <pc:spChg chg="mod">
          <ac:chgData name="Mattis Schulte" userId="4c8895249569c71b" providerId="LiveId" clId="{4D5BFE28-FC34-45C0-B88A-FBEB1EB466CE}" dt="2026-01-18T17:37:54.105" v="124" actId="207"/>
          <ac:spMkLst>
            <pc:docMk/>
            <pc:sldMk cId="3828083570" sldId="258"/>
            <ac:spMk id="9" creationId="{D12DC1CE-4129-B54B-25A9-803BC75014A5}"/>
          </ac:spMkLst>
        </pc:spChg>
        <pc:spChg chg="mod">
          <ac:chgData name="Mattis Schulte" userId="4c8895249569c71b" providerId="LiveId" clId="{4D5BFE28-FC34-45C0-B88A-FBEB1EB466CE}" dt="2026-01-18T17:38:04.425" v="125" actId="207"/>
          <ac:spMkLst>
            <pc:docMk/>
            <pc:sldMk cId="3828083570" sldId="258"/>
            <ac:spMk id="12" creationId="{62C5EF6A-2210-D268-28CC-3FD8B0D01955}"/>
          </ac:spMkLst>
        </pc:spChg>
        <pc:spChg chg="mod">
          <ac:chgData name="Mattis Schulte" userId="4c8895249569c71b" providerId="LiveId" clId="{4D5BFE28-FC34-45C0-B88A-FBEB1EB466CE}" dt="2026-01-18T17:39:51.834" v="275" actId="113"/>
          <ac:spMkLst>
            <pc:docMk/>
            <pc:sldMk cId="3828083570" sldId="258"/>
            <ac:spMk id="14" creationId="{F2AA32FD-DB2B-D278-6E4E-CF254ADD969A}"/>
          </ac:spMkLst>
        </pc:spChg>
        <pc:spChg chg="mod">
          <ac:chgData name="Mattis Schulte" userId="4c8895249569c71b" providerId="LiveId" clId="{4D5BFE28-FC34-45C0-B88A-FBEB1EB466CE}" dt="2026-01-18T17:39:41.657" v="274" actId="20577"/>
          <ac:spMkLst>
            <pc:docMk/>
            <pc:sldMk cId="3828083570" sldId="258"/>
            <ac:spMk id="15" creationId="{46596E53-4986-D6D0-2592-C81C0E0A135C}"/>
          </ac:spMkLst>
        </pc:spChg>
        <pc:spChg chg="mod">
          <ac:chgData name="Mattis Schulte" userId="4c8895249569c71b" providerId="LiveId" clId="{4D5BFE28-FC34-45C0-B88A-FBEB1EB466CE}" dt="2026-01-18T17:42:56.519" v="369" actId="20577"/>
          <ac:spMkLst>
            <pc:docMk/>
            <pc:sldMk cId="3828083570" sldId="258"/>
            <ac:spMk id="16" creationId="{724552DE-55BC-6325-55F9-4333C31EB192}"/>
          </ac:spMkLst>
        </pc:spChg>
        <pc:spChg chg="mod">
          <ac:chgData name="Mattis Schulte" userId="4c8895249569c71b" providerId="LiveId" clId="{4D5BFE28-FC34-45C0-B88A-FBEB1EB466CE}" dt="2026-01-18T17:45:07.453" v="435" actId="20577"/>
          <ac:spMkLst>
            <pc:docMk/>
            <pc:sldMk cId="3828083570" sldId="258"/>
            <ac:spMk id="23" creationId="{46E873F8-2344-1665-F3FF-734CCA84447E}"/>
          </ac:spMkLst>
        </pc:spChg>
        <pc:spChg chg="mod">
          <ac:chgData name="Mattis Schulte" userId="4c8895249569c71b" providerId="LiveId" clId="{4D5BFE28-FC34-45C0-B88A-FBEB1EB466CE}" dt="2026-01-18T17:49:23.470" v="710" actId="20577"/>
          <ac:spMkLst>
            <pc:docMk/>
            <pc:sldMk cId="3828083570" sldId="258"/>
            <ac:spMk id="24" creationId="{2C12344D-D2A5-5CBF-2C2D-4C7963AD0295}"/>
          </ac:spMkLst>
        </pc:spChg>
        <pc:spChg chg="mod">
          <ac:chgData name="Mattis Schulte" userId="4c8895249569c71b" providerId="LiveId" clId="{4D5BFE28-FC34-45C0-B88A-FBEB1EB466CE}" dt="2026-01-18T17:46:51.244" v="571" actId="20577"/>
          <ac:spMkLst>
            <pc:docMk/>
            <pc:sldMk cId="3828083570" sldId="258"/>
            <ac:spMk id="25" creationId="{7F66E95D-C58F-0D37-C40D-C48562F6573B}"/>
          </ac:spMkLst>
        </pc:spChg>
        <pc:spChg chg="mod">
          <ac:chgData name="Mattis Schulte" userId="4c8895249569c71b" providerId="LiveId" clId="{4D5BFE28-FC34-45C0-B88A-FBEB1EB466CE}" dt="2026-01-18T17:49:51.839" v="752" actId="20577"/>
          <ac:spMkLst>
            <pc:docMk/>
            <pc:sldMk cId="3828083570" sldId="258"/>
            <ac:spMk id="26" creationId="{35049391-ACA7-CBD7-B036-A0D8984EE7D9}"/>
          </ac:spMkLst>
        </pc:spChg>
      </pc:sldChg>
      <pc:sldChg chg="modSp mod">
        <pc:chgData name="Mattis Schulte" userId="4c8895249569c71b" providerId="LiveId" clId="{4D5BFE28-FC34-45C0-B88A-FBEB1EB466CE}" dt="2026-01-18T17:35:30.502" v="105" actId="20577"/>
        <pc:sldMkLst>
          <pc:docMk/>
          <pc:sldMk cId="2168836148" sldId="263"/>
        </pc:sldMkLst>
        <pc:spChg chg="mod">
          <ac:chgData name="Mattis Schulte" userId="4c8895249569c71b" providerId="LiveId" clId="{4D5BFE28-FC34-45C0-B88A-FBEB1EB466CE}" dt="2026-01-18T17:34:07.770" v="40" actId="20577"/>
          <ac:spMkLst>
            <pc:docMk/>
            <pc:sldMk cId="2168836148" sldId="263"/>
            <ac:spMk id="2" creationId="{AFCCB0AD-10BE-79ED-D933-A5862F554161}"/>
          </ac:spMkLst>
        </pc:spChg>
        <pc:spChg chg="mod">
          <ac:chgData name="Mattis Schulte" userId="4c8895249569c71b" providerId="LiveId" clId="{4D5BFE28-FC34-45C0-B88A-FBEB1EB466CE}" dt="2026-01-18T17:35:30.502" v="105" actId="20577"/>
          <ac:spMkLst>
            <pc:docMk/>
            <pc:sldMk cId="2168836148" sldId="263"/>
            <ac:spMk id="8" creationId="{03ED0E9C-FC42-2CDD-3E98-9499B78B7D2C}"/>
          </ac:spMkLst>
        </pc:spChg>
      </pc:sldChg>
      <pc:sldChg chg="del">
        <pc:chgData name="Mattis Schulte" userId="4c8895249569c71b" providerId="LiveId" clId="{4D5BFE28-FC34-45C0-B88A-FBEB1EB466CE}" dt="2026-01-18T17:33:28.640" v="7" actId="47"/>
        <pc:sldMkLst>
          <pc:docMk/>
          <pc:sldMk cId="2918797910" sldId="264"/>
        </pc:sldMkLst>
      </pc:sldChg>
      <pc:sldChg chg="del">
        <pc:chgData name="Mattis Schulte" userId="4c8895249569c71b" providerId="LiveId" clId="{4D5BFE28-FC34-45C0-B88A-FBEB1EB466CE}" dt="2026-01-18T20:43:44.225" v="4438" actId="47"/>
        <pc:sldMkLst>
          <pc:docMk/>
          <pc:sldMk cId="0" sldId="289"/>
        </pc:sldMkLst>
      </pc:sldChg>
      <pc:sldChg chg="del">
        <pc:chgData name="Mattis Schulte" userId="4c8895249569c71b" providerId="LiveId" clId="{4D5BFE28-FC34-45C0-B88A-FBEB1EB466CE}" dt="2026-01-18T20:43:44.225" v="4438" actId="47"/>
        <pc:sldMkLst>
          <pc:docMk/>
          <pc:sldMk cId="1177522649" sldId="302"/>
        </pc:sldMkLst>
      </pc:sldChg>
      <pc:sldChg chg="del">
        <pc:chgData name="Mattis Schulte" userId="4c8895249569c71b" providerId="LiveId" clId="{4D5BFE28-FC34-45C0-B88A-FBEB1EB466CE}" dt="2026-01-18T20:43:44.225" v="4438" actId="47"/>
        <pc:sldMkLst>
          <pc:docMk/>
          <pc:sldMk cId="361167365" sldId="303"/>
        </pc:sldMkLst>
      </pc:sldChg>
      <pc:sldChg chg="del">
        <pc:chgData name="Mattis Schulte" userId="4c8895249569c71b" providerId="LiveId" clId="{4D5BFE28-FC34-45C0-B88A-FBEB1EB466CE}" dt="2026-01-18T20:43:44.225" v="4438" actId="47"/>
        <pc:sldMkLst>
          <pc:docMk/>
          <pc:sldMk cId="1962959115" sldId="304"/>
        </pc:sldMkLst>
      </pc:sldChg>
      <pc:sldChg chg="del">
        <pc:chgData name="Mattis Schulte" userId="4c8895249569c71b" providerId="LiveId" clId="{4D5BFE28-FC34-45C0-B88A-FBEB1EB466CE}" dt="2026-01-18T20:43:44.225" v="4438" actId="47"/>
        <pc:sldMkLst>
          <pc:docMk/>
          <pc:sldMk cId="90335188" sldId="305"/>
        </pc:sldMkLst>
      </pc:sldChg>
      <pc:sldChg chg="del">
        <pc:chgData name="Mattis Schulte" userId="4c8895249569c71b" providerId="LiveId" clId="{4D5BFE28-FC34-45C0-B88A-FBEB1EB466CE}" dt="2026-01-18T20:43:44.225" v="4438" actId="47"/>
        <pc:sldMkLst>
          <pc:docMk/>
          <pc:sldMk cId="130001951" sldId="306"/>
        </pc:sldMkLst>
      </pc:sldChg>
      <pc:sldChg chg="del">
        <pc:chgData name="Mattis Schulte" userId="4c8895249569c71b" providerId="LiveId" clId="{4D5BFE28-FC34-45C0-B88A-FBEB1EB466CE}" dt="2026-01-18T17:33:24.642" v="5" actId="47"/>
        <pc:sldMkLst>
          <pc:docMk/>
          <pc:sldMk cId="2744709508" sldId="312"/>
        </pc:sldMkLst>
      </pc:sldChg>
      <pc:sldChg chg="del">
        <pc:chgData name="Mattis Schulte" userId="4c8895249569c71b" providerId="LiveId" clId="{4D5BFE28-FC34-45C0-B88A-FBEB1EB466CE}" dt="2026-01-18T20:43:44.225" v="4438" actId="47"/>
        <pc:sldMkLst>
          <pc:docMk/>
          <pc:sldMk cId="1435394816" sldId="318"/>
        </pc:sldMkLst>
      </pc:sldChg>
      <pc:sldChg chg="del">
        <pc:chgData name="Mattis Schulte" userId="4c8895249569c71b" providerId="LiveId" clId="{4D5BFE28-FC34-45C0-B88A-FBEB1EB466CE}" dt="2026-01-18T20:43:44.225" v="4438" actId="47"/>
        <pc:sldMkLst>
          <pc:docMk/>
          <pc:sldMk cId="1571348011" sldId="320"/>
        </pc:sldMkLst>
      </pc:sldChg>
      <pc:sldChg chg="del">
        <pc:chgData name="Mattis Schulte" userId="4c8895249569c71b" providerId="LiveId" clId="{4D5BFE28-FC34-45C0-B88A-FBEB1EB466CE}" dt="2026-01-18T17:33:07.810" v="0" actId="47"/>
        <pc:sldMkLst>
          <pc:docMk/>
          <pc:sldMk cId="838107834" sldId="322"/>
        </pc:sldMkLst>
      </pc:sldChg>
      <pc:sldChg chg="modSp mod">
        <pc:chgData name="Mattis Schulte" userId="4c8895249569c71b" providerId="LiveId" clId="{4D5BFE28-FC34-45C0-B88A-FBEB1EB466CE}" dt="2026-01-18T17:36:16.913" v="123" actId="20577"/>
        <pc:sldMkLst>
          <pc:docMk/>
          <pc:sldMk cId="1784442233" sldId="324"/>
        </pc:sldMkLst>
        <pc:spChg chg="mod">
          <ac:chgData name="Mattis Schulte" userId="4c8895249569c71b" providerId="LiveId" clId="{4D5BFE28-FC34-45C0-B88A-FBEB1EB466CE}" dt="2026-01-18T17:36:16.913" v="123" actId="20577"/>
          <ac:spMkLst>
            <pc:docMk/>
            <pc:sldMk cId="1784442233" sldId="324"/>
            <ac:spMk id="2" creationId="{F0012B6D-40E9-5FF2-A637-19C59F621FF7}"/>
          </ac:spMkLst>
        </pc:spChg>
      </pc:sldChg>
      <pc:sldChg chg="del">
        <pc:chgData name="Mattis Schulte" userId="4c8895249569c71b" providerId="LiveId" clId="{4D5BFE28-FC34-45C0-B88A-FBEB1EB466CE}" dt="2026-01-18T17:33:07.810" v="0" actId="47"/>
        <pc:sldMkLst>
          <pc:docMk/>
          <pc:sldMk cId="911192155" sldId="336"/>
        </pc:sldMkLst>
      </pc:sldChg>
      <pc:sldChg chg="del">
        <pc:chgData name="Mattis Schulte" userId="4c8895249569c71b" providerId="LiveId" clId="{4D5BFE28-FC34-45C0-B88A-FBEB1EB466CE}" dt="2026-01-18T17:33:13.857" v="2" actId="47"/>
        <pc:sldMkLst>
          <pc:docMk/>
          <pc:sldMk cId="1868776863" sldId="337"/>
        </pc:sldMkLst>
      </pc:sldChg>
      <pc:sldChg chg="del">
        <pc:chgData name="Mattis Schulte" userId="4c8895249569c71b" providerId="LiveId" clId="{4D5BFE28-FC34-45C0-B88A-FBEB1EB466CE}" dt="2026-01-18T17:33:14.534" v="3" actId="47"/>
        <pc:sldMkLst>
          <pc:docMk/>
          <pc:sldMk cId="274747958" sldId="338"/>
        </pc:sldMkLst>
      </pc:sldChg>
      <pc:sldChg chg="del">
        <pc:chgData name="Mattis Schulte" userId="4c8895249569c71b" providerId="LiveId" clId="{4D5BFE28-FC34-45C0-B88A-FBEB1EB466CE}" dt="2026-01-18T17:33:11.070" v="1" actId="47"/>
        <pc:sldMkLst>
          <pc:docMk/>
          <pc:sldMk cId="3227266084" sldId="353"/>
        </pc:sldMkLst>
      </pc:sldChg>
      <pc:sldChg chg="del">
        <pc:chgData name="Mattis Schulte" userId="4c8895249569c71b" providerId="LiveId" clId="{4D5BFE28-FC34-45C0-B88A-FBEB1EB466CE}" dt="2026-01-18T17:33:07.810" v="0" actId="47"/>
        <pc:sldMkLst>
          <pc:docMk/>
          <pc:sldMk cId="332695693" sldId="354"/>
        </pc:sldMkLst>
      </pc:sldChg>
      <pc:sldChg chg="del">
        <pc:chgData name="Mattis Schulte" userId="4c8895249569c71b" providerId="LiveId" clId="{4D5BFE28-FC34-45C0-B88A-FBEB1EB466CE}" dt="2026-01-18T17:33:14.969" v="4" actId="47"/>
        <pc:sldMkLst>
          <pc:docMk/>
          <pc:sldMk cId="2679035715" sldId="355"/>
        </pc:sldMkLst>
      </pc:sldChg>
      <pc:sldChg chg="del">
        <pc:chgData name="Mattis Schulte" userId="4c8895249569c71b" providerId="LiveId" clId="{4D5BFE28-FC34-45C0-B88A-FBEB1EB466CE}" dt="2026-01-18T17:33:25.134" v="6" actId="47"/>
        <pc:sldMkLst>
          <pc:docMk/>
          <pc:sldMk cId="321440479" sldId="356"/>
        </pc:sldMkLst>
      </pc:sldChg>
      <pc:sldChg chg="addSp delSp modSp new mod modClrScheme chgLayout">
        <pc:chgData name="Mattis Schulte" userId="4c8895249569c71b" providerId="LiveId" clId="{4D5BFE28-FC34-45C0-B88A-FBEB1EB466CE}" dt="2026-01-18T20:45:08.555" v="4469" actId="20577"/>
        <pc:sldMkLst>
          <pc:docMk/>
          <pc:sldMk cId="811105987" sldId="359"/>
        </pc:sldMkLst>
        <pc:spChg chg="mod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3" creationId="{4C4E5149-5313-8470-0547-B57B89C37FD3}"/>
          </ac:spMkLst>
        </pc:spChg>
        <pc:spChg chg="del mod">
          <ac:chgData name="Mattis Schulte" userId="4c8895249569c71b" providerId="LiveId" clId="{4D5BFE28-FC34-45C0-B88A-FBEB1EB466CE}" dt="2026-01-18T17:59:25.452" v="929" actId="478"/>
          <ac:spMkLst>
            <pc:docMk/>
            <pc:sldMk cId="811105987" sldId="359"/>
            <ac:spMk id="4" creationId="{FA64B504-B2DF-3239-8067-56D82EC2376A}"/>
          </ac:spMkLst>
        </pc:spChg>
        <pc:spChg chg="del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7" creationId="{484FE2C1-689D-9FB9-08AD-4F2680279A31}"/>
          </ac:spMkLst>
        </pc:spChg>
        <pc:spChg chg="del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9" creationId="{5BA31509-4A9A-E150-07EA-B8813E4E7DEF}"/>
          </ac:spMkLst>
        </pc:spChg>
        <pc:spChg chg="del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10" creationId="{14755ED7-D11A-5A2A-DE4E-8C436770C6AD}"/>
          </ac:spMkLst>
        </pc:spChg>
        <pc:spChg chg="del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12" creationId="{493F7AC1-BFEF-5C12-9CB0-79C3BF16D50A}"/>
          </ac:spMkLst>
        </pc:spChg>
        <pc:spChg chg="del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15" creationId="{CC701EAC-0ACB-0C7B-4CA1-685991642CE8}"/>
          </ac:spMkLst>
        </pc:spChg>
        <pc:spChg chg="del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17" creationId="{2B88E673-54E0-609E-E76F-4999B3D3278B}"/>
          </ac:spMkLst>
        </pc:spChg>
        <pc:spChg chg="del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19" creationId="{0F3CF4A4-0ED3-26C8-7873-D499F2B51E5B}"/>
          </ac:spMkLst>
        </pc:spChg>
        <pc:spChg chg="del">
          <ac:chgData name="Mattis Schulte" userId="4c8895249569c71b" providerId="LiveId" clId="{4D5BFE28-FC34-45C0-B88A-FBEB1EB466CE}" dt="2026-01-18T17:54:01.222" v="755" actId="26606"/>
          <ac:spMkLst>
            <pc:docMk/>
            <pc:sldMk cId="811105987" sldId="359"/>
            <ac:spMk id="21" creationId="{6F63E028-D99D-7FA1-BE9F-15AC1B7AE366}"/>
          </ac:spMkLst>
        </pc:spChg>
        <pc:spChg chg="add mod">
          <ac:chgData name="Mattis Schulte" userId="4c8895249569c71b" providerId="LiveId" clId="{4D5BFE28-FC34-45C0-B88A-FBEB1EB466CE}" dt="2026-01-18T18:01:34.514" v="1020" actId="12789"/>
          <ac:spMkLst>
            <pc:docMk/>
            <pc:sldMk cId="811105987" sldId="359"/>
            <ac:spMk id="25" creationId="{4B88B640-EFA6-E0F5-63F1-0A5965AC058E}"/>
          </ac:spMkLst>
        </pc:spChg>
        <pc:spChg chg="add del mod ord topLvl">
          <ac:chgData name="Mattis Schulte" userId="4c8895249569c71b" providerId="LiveId" clId="{4D5BFE28-FC34-45C0-B88A-FBEB1EB466CE}" dt="2026-01-18T18:01:34.514" v="1020" actId="12789"/>
          <ac:spMkLst>
            <pc:docMk/>
            <pc:sldMk cId="811105987" sldId="359"/>
            <ac:spMk id="27" creationId="{DE975916-6FA4-1E9F-67CD-F0D18EEED2B9}"/>
          </ac:spMkLst>
        </pc:spChg>
        <pc:spChg chg="del">
          <ac:chgData name="Mattis Schulte" userId="4c8895249569c71b" providerId="LiveId" clId="{4D5BFE28-FC34-45C0-B88A-FBEB1EB466CE}" dt="2026-01-18T17:54:07.448" v="756" actId="478"/>
          <ac:spMkLst>
            <pc:docMk/>
            <pc:sldMk cId="811105987" sldId="359"/>
            <ac:spMk id="29" creationId="{EBB49CCD-755F-0637-DEDC-3095A6D0B234}"/>
          </ac:spMkLst>
        </pc:spChg>
        <pc:spChg chg="mod">
          <ac:chgData name="Mattis Schulte" userId="4c8895249569c71b" providerId="LiveId" clId="{4D5BFE28-FC34-45C0-B88A-FBEB1EB466CE}" dt="2026-01-18T17:57:57.694" v="886" actId="20577"/>
          <ac:spMkLst>
            <pc:docMk/>
            <pc:sldMk cId="811105987" sldId="359"/>
            <ac:spMk id="31" creationId="{7FB5AB07-B3EA-A122-9CFC-07463FF37510}"/>
          </ac:spMkLst>
        </pc:spChg>
        <pc:spChg chg="mod">
          <ac:chgData name="Mattis Schulte" userId="4c8895249569c71b" providerId="LiveId" clId="{4D5BFE28-FC34-45C0-B88A-FBEB1EB466CE}" dt="2026-01-18T17:57:42.481" v="863"/>
          <ac:spMkLst>
            <pc:docMk/>
            <pc:sldMk cId="811105987" sldId="359"/>
            <ac:spMk id="33" creationId="{4D24E130-C2CB-583A-87E6-79A4A43D94B1}"/>
          </ac:spMkLst>
        </pc:spChg>
        <pc:spChg chg="add mod">
          <ac:chgData name="Mattis Schulte" userId="4c8895249569c71b" providerId="LiveId" clId="{4D5BFE28-FC34-45C0-B88A-FBEB1EB466CE}" dt="2026-01-18T20:45:08.555" v="4469" actId="20577"/>
          <ac:spMkLst>
            <pc:docMk/>
            <pc:sldMk cId="811105987" sldId="359"/>
            <ac:spMk id="34" creationId="{F2D45D68-D819-279C-7507-50B13E7133D8}"/>
          </ac:spMkLst>
        </pc:spChg>
        <pc:grpChg chg="add del mod">
          <ac:chgData name="Mattis Schulte" userId="4c8895249569c71b" providerId="LiveId" clId="{4D5BFE28-FC34-45C0-B88A-FBEB1EB466CE}" dt="2026-01-18T17:58:22.078" v="892" actId="478"/>
          <ac:grpSpMkLst>
            <pc:docMk/>
            <pc:sldMk cId="811105987" sldId="359"/>
            <ac:grpSpMk id="26" creationId="{026097CF-168C-329D-74D1-55E8FE9AF1CA}"/>
          </ac:grpSpMkLst>
        </pc:grpChg>
        <pc:grpChg chg="add mod">
          <ac:chgData name="Mattis Schulte" userId="4c8895249569c71b" providerId="LiveId" clId="{4D5BFE28-FC34-45C0-B88A-FBEB1EB466CE}" dt="2026-01-18T18:01:15.099" v="1013" actId="14100"/>
          <ac:grpSpMkLst>
            <pc:docMk/>
            <pc:sldMk cId="811105987" sldId="359"/>
            <ac:grpSpMk id="32" creationId="{5E179D1A-3083-61FE-E692-0BEDB28630EF}"/>
          </ac:grpSpMkLst>
        </pc:grpChg>
        <pc:picChg chg="del mod topLvl">
          <ac:chgData name="Mattis Schulte" userId="4c8895249569c71b" providerId="LiveId" clId="{4D5BFE28-FC34-45C0-B88A-FBEB1EB466CE}" dt="2026-01-18T17:58:22.078" v="892" actId="478"/>
          <ac:picMkLst>
            <pc:docMk/>
            <pc:sldMk cId="811105987" sldId="359"/>
            <ac:picMk id="28" creationId="{04D1C558-8879-0AB0-DEF1-ADD0946CE6DB}"/>
          </ac:picMkLst>
        </pc:picChg>
        <pc:picChg chg="del mod">
          <ac:chgData name="Mattis Schulte" userId="4c8895249569c71b" providerId="LiveId" clId="{4D5BFE28-FC34-45C0-B88A-FBEB1EB466CE}" dt="2026-01-18T17:58:20.846" v="891" actId="478"/>
          <ac:picMkLst>
            <pc:docMk/>
            <pc:sldMk cId="811105987" sldId="359"/>
            <ac:picMk id="30" creationId="{BAF80A41-F399-52C2-83BC-0F136A6F20BC}"/>
          </ac:picMkLst>
        </pc:picChg>
      </pc:sldChg>
      <pc:sldChg chg="addSp delSp modSp add mod">
        <pc:chgData name="Mattis Schulte" userId="4c8895249569c71b" providerId="LiveId" clId="{4D5BFE28-FC34-45C0-B88A-FBEB1EB466CE}" dt="2026-01-18T20:46:27.228" v="4477" actId="1036"/>
        <pc:sldMkLst>
          <pc:docMk/>
          <pc:sldMk cId="1428620900" sldId="360"/>
        </pc:sldMkLst>
        <pc:spChg chg="add mod">
          <ac:chgData name="Mattis Schulte" userId="4c8895249569c71b" providerId="LiveId" clId="{4D5BFE28-FC34-45C0-B88A-FBEB1EB466CE}" dt="2026-01-18T20:46:27.228" v="4477" actId="1036"/>
          <ac:spMkLst>
            <pc:docMk/>
            <pc:sldMk cId="1428620900" sldId="360"/>
            <ac:spMk id="2" creationId="{8A3498D5-A0C5-D8CC-5C60-85A1F80BB8BD}"/>
          </ac:spMkLst>
        </pc:spChg>
        <pc:spChg chg="add del mod">
          <ac:chgData name="Mattis Schulte" userId="4c8895249569c71b" providerId="LiveId" clId="{4D5BFE28-FC34-45C0-B88A-FBEB1EB466CE}" dt="2026-01-18T18:48:51.269" v="1461" actId="478"/>
          <ac:spMkLst>
            <pc:docMk/>
            <pc:sldMk cId="1428620900" sldId="360"/>
            <ac:spMk id="6" creationId="{52BD3658-1F80-363D-70D5-EAF63B6119D3}"/>
          </ac:spMkLst>
        </pc:spChg>
        <pc:spChg chg="mod">
          <ac:chgData name="Mattis Schulte" userId="4c8895249569c71b" providerId="LiveId" clId="{4D5BFE28-FC34-45C0-B88A-FBEB1EB466CE}" dt="2026-01-18T18:02:27.091" v="1049" actId="20577"/>
          <ac:spMkLst>
            <pc:docMk/>
            <pc:sldMk cId="1428620900" sldId="360"/>
            <ac:spMk id="31" creationId="{79495C5D-F3A6-23A9-AB5A-32417DEE335C}"/>
          </ac:spMkLst>
        </pc:spChg>
        <pc:spChg chg="del mod">
          <ac:chgData name="Mattis Schulte" userId="4c8895249569c71b" providerId="LiveId" clId="{4D5BFE28-FC34-45C0-B88A-FBEB1EB466CE}" dt="2026-01-18T18:48:42.474" v="1459" actId="478"/>
          <ac:spMkLst>
            <pc:docMk/>
            <pc:sldMk cId="1428620900" sldId="360"/>
            <ac:spMk id="34" creationId="{9E2245E6-5490-73C5-85D1-0B5207EE0E74}"/>
          </ac:spMkLst>
        </pc:spChg>
        <pc:grpChg chg="add mod">
          <ac:chgData name="Mattis Schulte" userId="4c8895249569c71b" providerId="LiveId" clId="{4D5BFE28-FC34-45C0-B88A-FBEB1EB466CE}" dt="2026-01-18T20:46:27.228" v="4477" actId="1036"/>
          <ac:grpSpMkLst>
            <pc:docMk/>
            <pc:sldMk cId="1428620900" sldId="360"/>
            <ac:grpSpMk id="4" creationId="{6C3B32FF-60F9-A513-A3D6-BA1487405A2A}"/>
          </ac:grpSpMkLst>
        </pc:grpChg>
        <pc:grpChg chg="del">
          <ac:chgData name="Mattis Schulte" userId="4c8895249569c71b" providerId="LiveId" clId="{4D5BFE28-FC34-45C0-B88A-FBEB1EB466CE}" dt="2026-01-18T18:02:30.351" v="1050" actId="478"/>
          <ac:grpSpMkLst>
            <pc:docMk/>
            <pc:sldMk cId="1428620900" sldId="360"/>
            <ac:grpSpMk id="32" creationId="{CB08BE35-5233-2D9E-96C5-2A6C0BAA0BA1}"/>
          </ac:grpSpMkLst>
        </pc:grpChg>
        <pc:picChg chg="add mod">
          <ac:chgData name="Mattis Schulte" userId="4c8895249569c71b" providerId="LiveId" clId="{4D5BFE28-FC34-45C0-B88A-FBEB1EB466CE}" dt="2026-01-18T20:46:27.228" v="4477" actId="1036"/>
          <ac:picMkLst>
            <pc:docMk/>
            <pc:sldMk cId="1428620900" sldId="360"/>
            <ac:picMk id="1026" creationId="{DB490D41-C826-4557-6DC5-BFB62DAFCCAA}"/>
          </ac:picMkLst>
        </pc:picChg>
      </pc:sldChg>
      <pc:sldChg chg="add del">
        <pc:chgData name="Mattis Schulte" userId="4c8895249569c71b" providerId="LiveId" clId="{4D5BFE28-FC34-45C0-B88A-FBEB1EB466CE}" dt="2026-01-18T18:02:16.719" v="1022"/>
        <pc:sldMkLst>
          <pc:docMk/>
          <pc:sldMk cId="2078112371" sldId="360"/>
        </pc:sldMkLst>
      </pc:sldChg>
      <pc:sldChg chg="addSp delSp modSp new mod">
        <pc:chgData name="Mattis Schulte" userId="4c8895249569c71b" providerId="LiveId" clId="{4D5BFE28-FC34-45C0-B88A-FBEB1EB466CE}" dt="2026-01-18T19:30:43.559" v="2230"/>
        <pc:sldMkLst>
          <pc:docMk/>
          <pc:sldMk cId="3036689541" sldId="361"/>
        </pc:sldMkLst>
        <pc:spChg chg="del mod">
          <ac:chgData name="Mattis Schulte" userId="4c8895249569c71b" providerId="LiveId" clId="{4D5BFE28-FC34-45C0-B88A-FBEB1EB466CE}" dt="2026-01-18T18:45:21.815" v="1395" actId="478"/>
          <ac:spMkLst>
            <pc:docMk/>
            <pc:sldMk cId="3036689541" sldId="361"/>
            <ac:spMk id="2" creationId="{27C0E284-B335-6046-B655-136E23605C87}"/>
          </ac:spMkLst>
        </pc:spChg>
        <pc:spChg chg="mod">
          <ac:chgData name="Mattis Schulte" userId="4c8895249569c71b" providerId="LiveId" clId="{4D5BFE28-FC34-45C0-B88A-FBEB1EB466CE}" dt="2026-01-18T18:08:30.060" v="1385"/>
          <ac:spMkLst>
            <pc:docMk/>
            <pc:sldMk cId="3036689541" sldId="361"/>
            <ac:spMk id="3" creationId="{C0310CE5-1C27-194D-B927-3915CABE6073}"/>
          </ac:spMkLst>
        </pc:spChg>
        <pc:spChg chg="mod">
          <ac:chgData name="Mattis Schulte" userId="4c8895249569c71b" providerId="LiveId" clId="{4D5BFE28-FC34-45C0-B88A-FBEB1EB466CE}" dt="2026-01-18T18:48:23.815" v="1458"/>
          <ac:spMkLst>
            <pc:docMk/>
            <pc:sldMk cId="3036689541" sldId="361"/>
            <ac:spMk id="4" creationId="{2813BC54-896E-E010-9403-A511E0DFE95B}"/>
          </ac:spMkLst>
        </pc:spChg>
        <pc:spChg chg="del">
          <ac:chgData name="Mattis Schulte" userId="4c8895249569c71b" providerId="LiveId" clId="{4D5BFE28-FC34-45C0-B88A-FBEB1EB466CE}" dt="2026-01-18T19:21:34.232" v="2080" actId="478"/>
          <ac:spMkLst>
            <pc:docMk/>
            <pc:sldMk cId="3036689541" sldId="361"/>
            <ac:spMk id="6" creationId="{7D1068D9-DA85-719E-50B4-B61301E000B6}"/>
          </ac:spMkLst>
        </pc:spChg>
        <pc:spChg chg="add del mod">
          <ac:chgData name="Mattis Schulte" userId="4c8895249569c71b" providerId="LiveId" clId="{4D5BFE28-FC34-45C0-B88A-FBEB1EB466CE}" dt="2026-01-18T18:45:19.172" v="1393" actId="478"/>
          <ac:spMkLst>
            <pc:docMk/>
            <pc:sldMk cId="3036689541" sldId="361"/>
            <ac:spMk id="8" creationId="{37D55965-ED1A-CDDD-A246-37CF12A102CF}"/>
          </ac:spMkLst>
        </pc:spChg>
        <pc:spChg chg="mod">
          <ac:chgData name="Mattis Schulte" userId="4c8895249569c71b" providerId="LiveId" clId="{4D5BFE28-FC34-45C0-B88A-FBEB1EB466CE}" dt="2026-01-18T19:30:43.559" v="2230"/>
          <ac:spMkLst>
            <pc:docMk/>
            <pc:sldMk cId="3036689541" sldId="361"/>
            <ac:spMk id="8" creationId="{F8973EA2-BFA8-2DAA-48BA-E4D433E84748}"/>
          </ac:spMkLst>
        </pc:spChg>
        <pc:spChg chg="mod">
          <ac:chgData name="Mattis Schulte" userId="4c8895249569c71b" providerId="LiveId" clId="{4D5BFE28-FC34-45C0-B88A-FBEB1EB466CE}" dt="2026-01-18T19:30:43.559" v="2230"/>
          <ac:spMkLst>
            <pc:docMk/>
            <pc:sldMk cId="3036689541" sldId="361"/>
            <ac:spMk id="9" creationId="{ADA8165C-29D7-D169-9611-6BD625929C22}"/>
          </ac:spMkLst>
        </pc:spChg>
        <pc:spChg chg="mod topLvl">
          <ac:chgData name="Mattis Schulte" userId="4c8895249569c71b" providerId="LiveId" clId="{4D5BFE28-FC34-45C0-B88A-FBEB1EB466CE}" dt="2026-01-18T18:48:17.557" v="1457" actId="164"/>
          <ac:spMkLst>
            <pc:docMk/>
            <pc:sldMk cId="3036689541" sldId="361"/>
            <ac:spMk id="10" creationId="{A96A4055-01CC-D459-3355-6A93F5D322DF}"/>
          </ac:spMkLst>
        </pc:spChg>
        <pc:spChg chg="mod topLvl">
          <ac:chgData name="Mattis Schulte" userId="4c8895249569c71b" providerId="LiveId" clId="{4D5BFE28-FC34-45C0-B88A-FBEB1EB466CE}" dt="2026-01-18T18:48:17.557" v="1457" actId="164"/>
          <ac:spMkLst>
            <pc:docMk/>
            <pc:sldMk cId="3036689541" sldId="361"/>
            <ac:spMk id="11" creationId="{32D7AC5B-8D32-5E52-6895-62DC906372E4}"/>
          </ac:spMkLst>
        </pc:spChg>
        <pc:spChg chg="add del mod">
          <ac:chgData name="Mattis Schulte" userId="4c8895249569c71b" providerId="LiveId" clId="{4D5BFE28-FC34-45C0-B88A-FBEB1EB466CE}" dt="2026-01-18T18:45:23.348" v="1396" actId="478"/>
          <ac:spMkLst>
            <pc:docMk/>
            <pc:sldMk cId="3036689541" sldId="361"/>
            <ac:spMk id="13" creationId="{841B6A73-EC7A-E545-1136-6F8A65BD25BA}"/>
          </ac:spMkLst>
        </pc:spChg>
        <pc:spChg chg="add mod">
          <ac:chgData name="Mattis Schulte" userId="4c8895249569c71b" providerId="LiveId" clId="{4D5BFE28-FC34-45C0-B88A-FBEB1EB466CE}" dt="2026-01-18T18:49:37.850" v="1522" actId="20577"/>
          <ac:spMkLst>
            <pc:docMk/>
            <pc:sldMk cId="3036689541" sldId="361"/>
            <ac:spMk id="15" creationId="{4D0D5DBA-C9C2-7E04-E5A6-9844DA3DFCFA}"/>
          </ac:spMkLst>
        </pc:spChg>
        <pc:grpChg chg="add mod">
          <ac:chgData name="Mattis Schulte" userId="4c8895249569c71b" providerId="LiveId" clId="{4D5BFE28-FC34-45C0-B88A-FBEB1EB466CE}" dt="2026-01-18T19:30:43.559" v="2230"/>
          <ac:grpSpMkLst>
            <pc:docMk/>
            <pc:sldMk cId="3036689541" sldId="361"/>
            <ac:grpSpMk id="2" creationId="{EBDF169C-E51C-F5FA-5BDD-F284595C5801}"/>
          </ac:grpSpMkLst>
        </pc:grpChg>
        <pc:grpChg chg="add del mod">
          <ac:chgData name="Mattis Schulte" userId="4c8895249569c71b" providerId="LiveId" clId="{4D5BFE28-FC34-45C0-B88A-FBEB1EB466CE}" dt="2026-01-18T18:47:51.758" v="1449" actId="165"/>
          <ac:grpSpMkLst>
            <pc:docMk/>
            <pc:sldMk cId="3036689541" sldId="361"/>
            <ac:grpSpMk id="9" creationId="{A3381A50-9F2C-E5C7-6348-F39E86DFFC1F}"/>
          </ac:grpSpMkLst>
        </pc:grpChg>
        <pc:grpChg chg="add mod">
          <ac:chgData name="Mattis Schulte" userId="4c8895249569c71b" providerId="LiveId" clId="{4D5BFE28-FC34-45C0-B88A-FBEB1EB466CE}" dt="2026-01-18T18:48:17.557" v="1457" actId="164"/>
          <ac:grpSpMkLst>
            <pc:docMk/>
            <pc:sldMk cId="3036689541" sldId="361"/>
            <ac:grpSpMk id="14" creationId="{856FB2DB-B963-5289-DE68-681B3CB96E13}"/>
          </ac:grpSpMkLst>
        </pc:grpChg>
      </pc:sldChg>
      <pc:sldChg chg="addSp delSp modSp new mod">
        <pc:chgData name="Mattis Schulte" userId="4c8895249569c71b" providerId="LiveId" clId="{4D5BFE28-FC34-45C0-B88A-FBEB1EB466CE}" dt="2026-01-18T19:21:31.387" v="2079" actId="478"/>
        <pc:sldMkLst>
          <pc:docMk/>
          <pc:sldMk cId="178092253" sldId="362"/>
        </pc:sldMkLst>
        <pc:spChg chg="del">
          <ac:chgData name="Mattis Schulte" userId="4c8895249569c71b" providerId="LiveId" clId="{4D5BFE28-FC34-45C0-B88A-FBEB1EB466CE}" dt="2026-01-18T18:51:28.551" v="1524"/>
          <ac:spMkLst>
            <pc:docMk/>
            <pc:sldMk cId="178092253" sldId="362"/>
            <ac:spMk id="2" creationId="{1EB040C8-1705-FA95-9FAB-E29F8903E5F3}"/>
          </ac:spMkLst>
        </pc:spChg>
        <pc:spChg chg="mod">
          <ac:chgData name="Mattis Schulte" userId="4c8895249569c71b" providerId="LiveId" clId="{4D5BFE28-FC34-45C0-B88A-FBEB1EB466CE}" dt="2026-01-18T18:52:51.004" v="1579" actId="20577"/>
          <ac:spMkLst>
            <pc:docMk/>
            <pc:sldMk cId="178092253" sldId="362"/>
            <ac:spMk id="3" creationId="{CFA6408D-8C54-89B8-0889-E4A114BEE0B5}"/>
          </ac:spMkLst>
        </pc:spChg>
        <pc:spChg chg="mod">
          <ac:chgData name="Mattis Schulte" userId="4c8895249569c71b" providerId="LiveId" clId="{4D5BFE28-FC34-45C0-B88A-FBEB1EB466CE}" dt="2026-01-18T18:52:18.984" v="1532"/>
          <ac:spMkLst>
            <pc:docMk/>
            <pc:sldMk cId="178092253" sldId="362"/>
            <ac:spMk id="4" creationId="{E00D647F-D93B-4597-DFD4-A90580998D9D}"/>
          </ac:spMkLst>
        </pc:spChg>
        <pc:spChg chg="del">
          <ac:chgData name="Mattis Schulte" userId="4c8895249569c71b" providerId="LiveId" clId="{4D5BFE28-FC34-45C0-B88A-FBEB1EB466CE}" dt="2026-01-18T19:21:31.387" v="2079" actId="478"/>
          <ac:spMkLst>
            <pc:docMk/>
            <pc:sldMk cId="178092253" sldId="362"/>
            <ac:spMk id="6" creationId="{0C7FE953-B1A5-B32E-A30B-B9866A185E7D}"/>
          </ac:spMkLst>
        </pc:spChg>
        <pc:picChg chg="add mod">
          <ac:chgData name="Mattis Schulte" userId="4c8895249569c71b" providerId="LiveId" clId="{4D5BFE28-FC34-45C0-B88A-FBEB1EB466CE}" dt="2026-01-18T18:51:37.265" v="1525" actId="14100"/>
          <ac:picMkLst>
            <pc:docMk/>
            <pc:sldMk cId="178092253" sldId="362"/>
            <ac:picMk id="9" creationId="{6CA2DC66-1A82-3804-CF2E-87F2215F9426}"/>
          </ac:picMkLst>
        </pc:picChg>
        <pc:picChg chg="add mod">
          <ac:chgData name="Mattis Schulte" userId="4c8895249569c71b" providerId="LiveId" clId="{4D5BFE28-FC34-45C0-B88A-FBEB1EB466CE}" dt="2026-01-18T18:52:10.836" v="1531" actId="1076"/>
          <ac:picMkLst>
            <pc:docMk/>
            <pc:sldMk cId="178092253" sldId="362"/>
            <ac:picMk id="11" creationId="{FA241C7B-548A-3402-A8FD-452A0970CECE}"/>
          </ac:picMkLst>
        </pc:picChg>
      </pc:sldChg>
      <pc:sldChg chg="new del">
        <pc:chgData name="Mattis Schulte" userId="4c8895249569c71b" providerId="LiveId" clId="{4D5BFE28-FC34-45C0-B88A-FBEB1EB466CE}" dt="2026-01-18T19:15:41.611" v="1722" actId="47"/>
        <pc:sldMkLst>
          <pc:docMk/>
          <pc:sldMk cId="4074446283" sldId="363"/>
        </pc:sldMkLst>
      </pc:sldChg>
      <pc:sldChg chg="add del">
        <pc:chgData name="Mattis Schulte" userId="4c8895249569c71b" providerId="LiveId" clId="{4D5BFE28-FC34-45C0-B88A-FBEB1EB466CE}" dt="2026-01-18T18:56:20.939" v="1582"/>
        <pc:sldMkLst>
          <pc:docMk/>
          <pc:sldMk cId="365807561" sldId="364"/>
        </pc:sldMkLst>
      </pc:sldChg>
      <pc:sldChg chg="delSp modSp add mod">
        <pc:chgData name="Mattis Schulte" userId="4c8895249569c71b" providerId="LiveId" clId="{4D5BFE28-FC34-45C0-B88A-FBEB1EB466CE}" dt="2026-01-18T19:21:18.829" v="2074" actId="478"/>
        <pc:sldMkLst>
          <pc:docMk/>
          <pc:sldMk cId="1335828810" sldId="364"/>
        </pc:sldMkLst>
        <pc:spChg chg="mod">
          <ac:chgData name="Mattis Schulte" userId="4c8895249569c71b" providerId="LiveId" clId="{4D5BFE28-FC34-45C0-B88A-FBEB1EB466CE}" dt="2026-01-18T18:57:37.097" v="1643"/>
          <ac:spMkLst>
            <pc:docMk/>
            <pc:sldMk cId="1335828810" sldId="364"/>
            <ac:spMk id="3" creationId="{66B77FEE-B87A-8AE6-F5F7-FA385168CEFE}"/>
          </ac:spMkLst>
        </pc:spChg>
        <pc:spChg chg="del">
          <ac:chgData name="Mattis Schulte" userId="4c8895249569c71b" providerId="LiveId" clId="{4D5BFE28-FC34-45C0-B88A-FBEB1EB466CE}" dt="2026-01-18T19:21:18.829" v="2074" actId="478"/>
          <ac:spMkLst>
            <pc:docMk/>
            <pc:sldMk cId="1335828810" sldId="364"/>
            <ac:spMk id="6" creationId="{C957120F-3A9A-8C68-88BD-DF017721BA06}"/>
          </ac:spMkLst>
        </pc:spChg>
        <pc:picChg chg="mod">
          <ac:chgData name="Mattis Schulte" userId="4c8895249569c71b" providerId="LiveId" clId="{4D5BFE28-FC34-45C0-B88A-FBEB1EB466CE}" dt="2026-01-18T18:56:42.085" v="1606" actId="12788"/>
          <ac:picMkLst>
            <pc:docMk/>
            <pc:sldMk cId="1335828810" sldId="364"/>
            <ac:picMk id="11" creationId="{1AF55674-3615-8D4C-8B41-011D445B8662}"/>
          </ac:picMkLst>
        </pc:picChg>
      </pc:sldChg>
      <pc:sldChg chg="delSp modSp add mod">
        <pc:chgData name="Mattis Schulte" userId="4c8895249569c71b" providerId="LiveId" clId="{4D5BFE28-FC34-45C0-B88A-FBEB1EB466CE}" dt="2026-01-18T19:21:28.753" v="2078" actId="478"/>
        <pc:sldMkLst>
          <pc:docMk/>
          <pc:sldMk cId="1719113626" sldId="365"/>
        </pc:sldMkLst>
        <pc:spChg chg="mod">
          <ac:chgData name="Mattis Schulte" userId="4c8895249569c71b" providerId="LiveId" clId="{4D5BFE28-FC34-45C0-B88A-FBEB1EB466CE}" dt="2026-01-18T18:57:31.314" v="1642" actId="20577"/>
          <ac:spMkLst>
            <pc:docMk/>
            <pc:sldMk cId="1719113626" sldId="365"/>
            <ac:spMk id="3" creationId="{3C569CB9-C133-75EF-9E7E-4C884EAAF919}"/>
          </ac:spMkLst>
        </pc:spChg>
        <pc:spChg chg="del mod">
          <ac:chgData name="Mattis Schulte" userId="4c8895249569c71b" providerId="LiveId" clId="{4D5BFE28-FC34-45C0-B88A-FBEB1EB466CE}" dt="2026-01-18T19:21:28.753" v="2078" actId="478"/>
          <ac:spMkLst>
            <pc:docMk/>
            <pc:sldMk cId="1719113626" sldId="365"/>
            <ac:spMk id="6" creationId="{DF419649-F9D2-1A44-BE1F-66CDD2AFCC47}"/>
          </ac:spMkLst>
        </pc:spChg>
        <pc:picChg chg="mod">
          <ac:chgData name="Mattis Schulte" userId="4c8895249569c71b" providerId="LiveId" clId="{4D5BFE28-FC34-45C0-B88A-FBEB1EB466CE}" dt="2026-01-18T18:56:56.404" v="1610" actId="14826"/>
          <ac:picMkLst>
            <pc:docMk/>
            <pc:sldMk cId="1719113626" sldId="365"/>
            <ac:picMk id="11" creationId="{5B9CAE13-7A36-2A4F-6D5D-C360269E63C9}"/>
          </ac:picMkLst>
        </pc:picChg>
      </pc:sldChg>
      <pc:sldChg chg="add del">
        <pc:chgData name="Mattis Schulte" userId="4c8895249569c71b" providerId="LiveId" clId="{4D5BFE28-FC34-45C0-B88A-FBEB1EB466CE}" dt="2026-01-18T18:56:46.762" v="1608"/>
        <pc:sldMkLst>
          <pc:docMk/>
          <pc:sldMk cId="2239920771" sldId="365"/>
        </pc:sldMkLst>
      </pc:sldChg>
      <pc:sldChg chg="addSp delSp modSp add mod">
        <pc:chgData name="Mattis Schulte" userId="4c8895249569c71b" providerId="LiveId" clId="{4D5BFE28-FC34-45C0-B88A-FBEB1EB466CE}" dt="2026-01-18T19:21:21.191" v="2075" actId="478"/>
        <pc:sldMkLst>
          <pc:docMk/>
          <pc:sldMk cId="569804734" sldId="366"/>
        </pc:sldMkLst>
        <pc:spChg chg="del">
          <ac:chgData name="Mattis Schulte" userId="4c8895249569c71b" providerId="LiveId" clId="{4D5BFE28-FC34-45C0-B88A-FBEB1EB466CE}" dt="2026-01-18T19:21:21.191" v="2075" actId="478"/>
          <ac:spMkLst>
            <pc:docMk/>
            <pc:sldMk cId="569804734" sldId="366"/>
            <ac:spMk id="6" creationId="{CB7B00EF-9506-2C44-4F65-283BE2F5C78A}"/>
          </ac:spMkLst>
        </pc:spChg>
        <pc:spChg chg="add mod">
          <ac:chgData name="Mattis Schulte" userId="4c8895249569c71b" providerId="LiveId" clId="{4D5BFE28-FC34-45C0-B88A-FBEB1EB466CE}" dt="2026-01-18T19:08:43.446" v="1680" actId="164"/>
          <ac:spMkLst>
            <pc:docMk/>
            <pc:sldMk cId="569804734" sldId="366"/>
            <ac:spMk id="13" creationId="{81CDE144-DCCB-42DE-EE06-C32F38549528}"/>
          </ac:spMkLst>
        </pc:spChg>
        <pc:spChg chg="add mod">
          <ac:chgData name="Mattis Schulte" userId="4c8895249569c71b" providerId="LiveId" clId="{4D5BFE28-FC34-45C0-B88A-FBEB1EB466CE}" dt="2026-01-18T19:08:43.446" v="1680" actId="164"/>
          <ac:spMkLst>
            <pc:docMk/>
            <pc:sldMk cId="569804734" sldId="366"/>
            <ac:spMk id="14" creationId="{BD0D74BF-5120-E03D-7C59-EE4FA9937374}"/>
          </ac:spMkLst>
        </pc:spChg>
        <pc:spChg chg="add mod">
          <ac:chgData name="Mattis Schulte" userId="4c8895249569c71b" providerId="LiveId" clId="{4D5BFE28-FC34-45C0-B88A-FBEB1EB466CE}" dt="2026-01-18T19:08:43.446" v="1680" actId="164"/>
          <ac:spMkLst>
            <pc:docMk/>
            <pc:sldMk cId="569804734" sldId="366"/>
            <ac:spMk id="15" creationId="{EA067813-2D12-46D4-3D9A-E862422D975C}"/>
          </ac:spMkLst>
        </pc:spChg>
        <pc:spChg chg="add mod">
          <ac:chgData name="Mattis Schulte" userId="4c8895249569c71b" providerId="LiveId" clId="{4D5BFE28-FC34-45C0-B88A-FBEB1EB466CE}" dt="2026-01-18T19:11:45.592" v="1691" actId="1076"/>
          <ac:spMkLst>
            <pc:docMk/>
            <pc:sldMk cId="569804734" sldId="366"/>
            <ac:spMk id="19" creationId="{00DAB7CA-D352-70F3-D3FD-1A9485135F0D}"/>
          </ac:spMkLst>
        </pc:spChg>
        <pc:spChg chg="add mod">
          <ac:chgData name="Mattis Schulte" userId="4c8895249569c71b" providerId="LiveId" clId="{4D5BFE28-FC34-45C0-B88A-FBEB1EB466CE}" dt="2026-01-18T19:12:00.220" v="1702" actId="1038"/>
          <ac:spMkLst>
            <pc:docMk/>
            <pc:sldMk cId="569804734" sldId="366"/>
            <ac:spMk id="20" creationId="{4A85C441-EF44-1D0C-657C-18C94551432A}"/>
          </ac:spMkLst>
        </pc:spChg>
        <pc:grpChg chg="add del mod">
          <ac:chgData name="Mattis Schulte" userId="4c8895249569c71b" providerId="LiveId" clId="{4D5BFE28-FC34-45C0-B88A-FBEB1EB466CE}" dt="2026-01-18T19:11:27.222" v="1686" actId="478"/>
          <ac:grpSpMkLst>
            <pc:docMk/>
            <pc:sldMk cId="569804734" sldId="366"/>
            <ac:grpSpMk id="16" creationId="{90FF447F-4EBA-F723-CBD9-3605B9EE33EC}"/>
          </ac:grpSpMkLst>
        </pc:grpChg>
        <pc:picChg chg="add del mod modCrop">
          <ac:chgData name="Mattis Schulte" userId="4c8895249569c71b" providerId="LiveId" clId="{4D5BFE28-FC34-45C0-B88A-FBEB1EB466CE}" dt="2026-01-18T19:05:04.139" v="1655" actId="478"/>
          <ac:picMkLst>
            <pc:docMk/>
            <pc:sldMk cId="569804734" sldId="366"/>
            <ac:picMk id="8" creationId="{2409A855-EF0C-2F11-3E1F-FAEF80FD1ED2}"/>
          </ac:picMkLst>
        </pc:picChg>
        <pc:picChg chg="del">
          <ac:chgData name="Mattis Schulte" userId="4c8895249569c71b" providerId="LiveId" clId="{4D5BFE28-FC34-45C0-B88A-FBEB1EB466CE}" dt="2026-01-18T19:02:40.805" v="1647" actId="478"/>
          <ac:picMkLst>
            <pc:docMk/>
            <pc:sldMk cId="569804734" sldId="366"/>
            <ac:picMk id="11" creationId="{26D46345-35E4-3030-D251-B00FEE04DDBD}"/>
          </ac:picMkLst>
        </pc:picChg>
        <pc:picChg chg="add mod modCrop">
          <ac:chgData name="Mattis Schulte" userId="4c8895249569c71b" providerId="LiveId" clId="{4D5BFE28-FC34-45C0-B88A-FBEB1EB466CE}" dt="2026-01-18T19:08:43.446" v="1680" actId="164"/>
          <ac:picMkLst>
            <pc:docMk/>
            <pc:sldMk cId="569804734" sldId="366"/>
            <ac:picMk id="12" creationId="{30C3ED4C-6C0D-992F-CF52-D4F3C24B0335}"/>
          </ac:picMkLst>
        </pc:picChg>
        <pc:picChg chg="add mod">
          <ac:chgData name="Mattis Schulte" userId="4c8895249569c71b" providerId="LiveId" clId="{4D5BFE28-FC34-45C0-B88A-FBEB1EB466CE}" dt="2026-01-18T19:11:32.169" v="1689" actId="1076"/>
          <ac:picMkLst>
            <pc:docMk/>
            <pc:sldMk cId="569804734" sldId="366"/>
            <ac:picMk id="18" creationId="{647705F5-A960-0E46-A929-9AEDDEE71536}"/>
          </ac:picMkLst>
        </pc:picChg>
      </pc:sldChg>
      <pc:sldChg chg="add del">
        <pc:chgData name="Mattis Schulte" userId="4c8895249569c71b" providerId="LiveId" clId="{4D5BFE28-FC34-45C0-B88A-FBEB1EB466CE}" dt="2026-01-18T19:02:36.851" v="1645"/>
        <pc:sldMkLst>
          <pc:docMk/>
          <pc:sldMk cId="3387507534" sldId="366"/>
        </pc:sldMkLst>
      </pc:sldChg>
      <pc:sldChg chg="add del">
        <pc:chgData name="Mattis Schulte" userId="4c8895249569c71b" providerId="LiveId" clId="{4D5BFE28-FC34-45C0-B88A-FBEB1EB466CE}" dt="2026-01-18T19:02:41.885" v="1649"/>
        <pc:sldMkLst>
          <pc:docMk/>
          <pc:sldMk cId="1679593205" sldId="367"/>
        </pc:sldMkLst>
      </pc:sldChg>
      <pc:sldChg chg="delSp add mod">
        <pc:chgData name="Mattis Schulte" userId="4c8895249569c71b" providerId="LiveId" clId="{4D5BFE28-FC34-45C0-B88A-FBEB1EB466CE}" dt="2026-01-18T19:21:23.048" v="2076" actId="478"/>
        <pc:sldMkLst>
          <pc:docMk/>
          <pc:sldMk cId="2308486741" sldId="367"/>
        </pc:sldMkLst>
        <pc:spChg chg="del">
          <ac:chgData name="Mattis Schulte" userId="4c8895249569c71b" providerId="LiveId" clId="{4D5BFE28-FC34-45C0-B88A-FBEB1EB466CE}" dt="2026-01-18T19:21:23.048" v="2076" actId="478"/>
          <ac:spMkLst>
            <pc:docMk/>
            <pc:sldMk cId="2308486741" sldId="367"/>
            <ac:spMk id="6" creationId="{679BE1A5-208F-0B6F-566C-69D20ED9E717}"/>
          </ac:spMkLst>
        </pc:spChg>
      </pc:sldChg>
      <pc:sldChg chg="delSp modSp mod">
        <pc:chgData name="Mattis Schulte" userId="4c8895249569c71b" providerId="LiveId" clId="{4D5BFE28-FC34-45C0-B88A-FBEB1EB466CE}" dt="2026-01-18T21:50:39.153" v="4517" actId="478"/>
        <pc:sldMkLst>
          <pc:docMk/>
          <pc:sldMk cId="1331378480" sldId="368"/>
        </pc:sldMkLst>
        <pc:spChg chg="mod">
          <ac:chgData name="Mattis Schulte" userId="4c8895249569c71b" providerId="LiveId" clId="{4D5BFE28-FC34-45C0-B88A-FBEB1EB466CE}" dt="2026-01-18T20:44:26.403" v="4457" actId="20577"/>
          <ac:spMkLst>
            <pc:docMk/>
            <pc:sldMk cId="1331378480" sldId="368"/>
            <ac:spMk id="4" creationId="{94898390-E301-CE64-5E34-FAADB991437C}"/>
          </ac:spMkLst>
        </pc:spChg>
        <pc:spChg chg="del">
          <ac:chgData name="Mattis Schulte" userId="4c8895249569c71b" providerId="LiveId" clId="{4D5BFE28-FC34-45C0-B88A-FBEB1EB466CE}" dt="2026-01-18T21:50:39.153" v="4517" actId="478"/>
          <ac:spMkLst>
            <pc:docMk/>
            <pc:sldMk cId="1331378480" sldId="368"/>
            <ac:spMk id="6" creationId="{08B745AA-28EF-A58A-D48B-9853220409A1}"/>
          </ac:spMkLst>
        </pc:spChg>
      </pc:sldChg>
      <pc:sldChg chg="addSp delSp modSp add mod ord">
        <pc:chgData name="Mattis Schulte" userId="4c8895249569c71b" providerId="LiveId" clId="{4D5BFE28-FC34-45C0-B88A-FBEB1EB466CE}" dt="2026-01-18T20:43:34.385" v="4437"/>
        <pc:sldMkLst>
          <pc:docMk/>
          <pc:sldMk cId="530748202" sldId="369"/>
        </pc:sldMkLst>
        <pc:spChg chg="mod">
          <ac:chgData name="Mattis Schulte" userId="4c8895249569c71b" providerId="LiveId" clId="{4D5BFE28-FC34-45C0-B88A-FBEB1EB466CE}" dt="2026-01-18T19:15:17.982" v="1719" actId="20577"/>
          <ac:spMkLst>
            <pc:docMk/>
            <pc:sldMk cId="530748202" sldId="369"/>
            <ac:spMk id="3" creationId="{54BD2F27-E984-73F0-CAE4-257A28C50045}"/>
          </ac:spMkLst>
        </pc:spChg>
        <pc:spChg chg="del">
          <ac:chgData name="Mattis Schulte" userId="4c8895249569c71b" providerId="LiveId" clId="{4D5BFE28-FC34-45C0-B88A-FBEB1EB466CE}" dt="2026-01-18T19:21:05.380" v="2073" actId="478"/>
          <ac:spMkLst>
            <pc:docMk/>
            <pc:sldMk cId="530748202" sldId="369"/>
            <ac:spMk id="5" creationId="{833FB05A-0B95-1DC2-E468-F81226ABC603}"/>
          </ac:spMkLst>
        </pc:spChg>
        <pc:spChg chg="add mod">
          <ac:chgData name="Mattis Schulte" userId="4c8895249569c71b" providerId="LiveId" clId="{4D5BFE28-FC34-45C0-B88A-FBEB1EB466CE}" dt="2026-01-18T19:48:54.890" v="3027"/>
          <ac:spMkLst>
            <pc:docMk/>
            <pc:sldMk cId="530748202" sldId="369"/>
            <ac:spMk id="5" creationId="{E7A2885A-C331-3081-B4FC-C4C2EB737CC4}"/>
          </ac:spMkLst>
        </pc:spChg>
        <pc:spChg chg="mod">
          <ac:chgData name="Mattis Schulte" userId="4c8895249569c71b" providerId="LiveId" clId="{4D5BFE28-FC34-45C0-B88A-FBEB1EB466CE}" dt="2026-01-18T19:17:06.542" v="1807"/>
          <ac:spMkLst>
            <pc:docMk/>
            <pc:sldMk cId="530748202" sldId="369"/>
            <ac:spMk id="14" creationId="{7CE66A69-3934-02D9-BBD7-5AD75759EBB8}"/>
          </ac:spMkLst>
        </pc:spChg>
        <pc:spChg chg="mod">
          <ac:chgData name="Mattis Schulte" userId="4c8895249569c71b" providerId="LiveId" clId="{4D5BFE28-FC34-45C0-B88A-FBEB1EB466CE}" dt="2026-01-18T19:18:52.379" v="1948" actId="114"/>
          <ac:spMkLst>
            <pc:docMk/>
            <pc:sldMk cId="530748202" sldId="369"/>
            <ac:spMk id="15" creationId="{8C4EC70C-3456-39DD-EC40-2283B8900789}"/>
          </ac:spMkLst>
        </pc:spChg>
        <pc:spChg chg="mod">
          <ac:chgData name="Mattis Schulte" userId="4c8895249569c71b" providerId="LiveId" clId="{4D5BFE28-FC34-45C0-B88A-FBEB1EB466CE}" dt="2026-01-18T19:30:25.956" v="2228" actId="20577"/>
          <ac:spMkLst>
            <pc:docMk/>
            <pc:sldMk cId="530748202" sldId="369"/>
            <ac:spMk id="16" creationId="{A74728D9-19A5-78B2-9927-5F6BABD11D94}"/>
          </ac:spMkLst>
        </pc:spChg>
        <pc:spChg chg="mod">
          <ac:chgData name="Mattis Schulte" userId="4c8895249569c71b" providerId="LiveId" clId="{4D5BFE28-FC34-45C0-B88A-FBEB1EB466CE}" dt="2026-01-18T19:20:41.222" v="2028"/>
          <ac:spMkLst>
            <pc:docMk/>
            <pc:sldMk cId="530748202" sldId="369"/>
            <ac:spMk id="23" creationId="{4FAC8A0F-BCF4-2550-DAAC-F3A198ABA67F}"/>
          </ac:spMkLst>
        </pc:spChg>
        <pc:spChg chg="mod">
          <ac:chgData name="Mattis Schulte" userId="4c8895249569c71b" providerId="LiveId" clId="{4D5BFE28-FC34-45C0-B88A-FBEB1EB466CE}" dt="2026-01-18T19:20:39.085" v="2027"/>
          <ac:spMkLst>
            <pc:docMk/>
            <pc:sldMk cId="530748202" sldId="369"/>
            <ac:spMk id="24" creationId="{009C8421-2528-8B41-3316-B0D1CB5ADFBF}"/>
          </ac:spMkLst>
        </pc:spChg>
        <pc:spChg chg="mod">
          <ac:chgData name="Mattis Schulte" userId="4c8895249569c71b" providerId="LiveId" clId="{4D5BFE28-FC34-45C0-B88A-FBEB1EB466CE}" dt="2026-01-18T19:23:06.552" v="2167" actId="20577"/>
          <ac:spMkLst>
            <pc:docMk/>
            <pc:sldMk cId="530748202" sldId="369"/>
            <ac:spMk id="25" creationId="{4A47775D-148B-3235-A592-7B8B3DFE2735}"/>
          </ac:spMkLst>
        </pc:spChg>
      </pc:sldChg>
      <pc:sldChg chg="add del">
        <pc:chgData name="Mattis Schulte" userId="4c8895249569c71b" providerId="LiveId" clId="{4D5BFE28-FC34-45C0-B88A-FBEB1EB466CE}" dt="2026-01-18T19:14:30.213" v="1704"/>
        <pc:sldMkLst>
          <pc:docMk/>
          <pc:sldMk cId="3054091869" sldId="369"/>
        </pc:sldMkLst>
      </pc:sldChg>
      <pc:sldChg chg="modSp add ord">
        <pc:chgData name="Mattis Schulte" userId="4c8895249569c71b" providerId="LiveId" clId="{4D5BFE28-FC34-45C0-B88A-FBEB1EB466CE}" dt="2026-01-18T20:43:34.385" v="4437"/>
        <pc:sldMkLst>
          <pc:docMk/>
          <pc:sldMk cId="2607199011" sldId="370"/>
        </pc:sldMkLst>
        <pc:spChg chg="mod">
          <ac:chgData name="Mattis Schulte" userId="4c8895249569c71b" providerId="LiveId" clId="{4D5BFE28-FC34-45C0-B88A-FBEB1EB466CE}" dt="2026-01-18T19:15:37.580" v="1721"/>
          <ac:spMkLst>
            <pc:docMk/>
            <pc:sldMk cId="2607199011" sldId="370"/>
            <ac:spMk id="2" creationId="{289E5F4F-BC76-FCFC-8954-285F5D682B74}"/>
          </ac:spMkLst>
        </pc:spChg>
      </pc:sldChg>
      <pc:sldChg chg="delSp mod">
        <pc:chgData name="Mattis Schulte" userId="4c8895249569c71b" providerId="LiveId" clId="{4D5BFE28-FC34-45C0-B88A-FBEB1EB466CE}" dt="2026-01-18T21:50:31.945" v="4516" actId="478"/>
        <pc:sldMkLst>
          <pc:docMk/>
          <pc:sldMk cId="768542706" sldId="373"/>
        </pc:sldMkLst>
        <pc:spChg chg="del">
          <ac:chgData name="Mattis Schulte" userId="4c8895249569c71b" providerId="LiveId" clId="{4D5BFE28-FC34-45C0-B88A-FBEB1EB466CE}" dt="2026-01-18T21:50:31.169" v="4515" actId="478"/>
          <ac:spMkLst>
            <pc:docMk/>
            <pc:sldMk cId="768542706" sldId="373"/>
            <ac:spMk id="3" creationId="{55765F54-8B41-C788-B620-37C9CC300A09}"/>
          </ac:spMkLst>
        </pc:spChg>
        <pc:spChg chg="del">
          <ac:chgData name="Mattis Schulte" userId="4c8895249569c71b" providerId="LiveId" clId="{4D5BFE28-FC34-45C0-B88A-FBEB1EB466CE}" dt="2026-01-18T21:50:31.945" v="4516" actId="478"/>
          <ac:spMkLst>
            <pc:docMk/>
            <pc:sldMk cId="768542706" sldId="373"/>
            <ac:spMk id="7" creationId="{07E7E957-813F-17D1-6338-D812E58B6FB9}"/>
          </ac:spMkLst>
        </pc:spChg>
      </pc:sldChg>
      <pc:sldChg chg="delSp mod">
        <pc:chgData name="Mattis Schulte" userId="4c8895249569c71b" providerId="LiveId" clId="{4D5BFE28-FC34-45C0-B88A-FBEB1EB466CE}" dt="2026-01-18T21:50:28.605" v="4514" actId="478"/>
        <pc:sldMkLst>
          <pc:docMk/>
          <pc:sldMk cId="1308733262" sldId="374"/>
        </pc:sldMkLst>
        <pc:spChg chg="del">
          <ac:chgData name="Mattis Schulte" userId="4c8895249569c71b" providerId="LiveId" clId="{4D5BFE28-FC34-45C0-B88A-FBEB1EB466CE}" dt="2026-01-18T21:50:28.017" v="4513" actId="478"/>
          <ac:spMkLst>
            <pc:docMk/>
            <pc:sldMk cId="1308733262" sldId="374"/>
            <ac:spMk id="3" creationId="{AD5B13EC-6686-0883-E261-939C9BCE483C}"/>
          </ac:spMkLst>
        </pc:spChg>
        <pc:spChg chg="del">
          <ac:chgData name="Mattis Schulte" userId="4c8895249569c71b" providerId="LiveId" clId="{4D5BFE28-FC34-45C0-B88A-FBEB1EB466CE}" dt="2026-01-18T21:50:28.605" v="4514" actId="478"/>
          <ac:spMkLst>
            <pc:docMk/>
            <pc:sldMk cId="1308733262" sldId="374"/>
            <ac:spMk id="7" creationId="{CC9DFD1E-E0F0-247A-1D30-44D91D66F56C}"/>
          </ac:spMkLst>
        </pc:spChg>
      </pc:sldChg>
      <pc:sldChg chg="addSp delSp modSp add mod ord">
        <pc:chgData name="Mattis Schulte" userId="4c8895249569c71b" providerId="LiveId" clId="{4D5BFE28-FC34-45C0-B88A-FBEB1EB466CE}" dt="2026-01-18T20:43:34.385" v="4437"/>
        <pc:sldMkLst>
          <pc:docMk/>
          <pc:sldMk cId="1122956890" sldId="375"/>
        </pc:sldMkLst>
        <pc:spChg chg="mod">
          <ac:chgData name="Mattis Schulte" userId="4c8895249569c71b" providerId="LiveId" clId="{4D5BFE28-FC34-45C0-B88A-FBEB1EB466CE}" dt="2026-01-18T19:30:07.134" v="2210" actId="20577"/>
          <ac:spMkLst>
            <pc:docMk/>
            <pc:sldMk cId="1122956890" sldId="375"/>
            <ac:spMk id="3" creationId="{96A89AD3-3577-5143-9F28-26D80B69E820}"/>
          </ac:spMkLst>
        </pc:spChg>
        <pc:spChg chg="mod">
          <ac:chgData name="Mattis Schulte" userId="4c8895249569c71b" providerId="LiveId" clId="{4D5BFE28-FC34-45C0-B88A-FBEB1EB466CE}" dt="2026-01-18T19:53:29.769" v="3151"/>
          <ac:spMkLst>
            <pc:docMk/>
            <pc:sldMk cId="1122956890" sldId="375"/>
            <ac:spMk id="4" creationId="{83CAB8B9-F2D1-8688-F35B-B98714DCFFA3}"/>
          </ac:spMkLst>
        </pc:spChg>
        <pc:spChg chg="mod">
          <ac:chgData name="Mattis Schulte" userId="4c8895249569c71b" providerId="LiveId" clId="{4D5BFE28-FC34-45C0-B88A-FBEB1EB466CE}" dt="2026-01-18T19:33:23.040" v="2316" actId="12788"/>
          <ac:spMkLst>
            <pc:docMk/>
            <pc:sldMk cId="1122956890" sldId="375"/>
            <ac:spMk id="6" creationId="{3132D30C-37FC-5F81-1E90-F55D3202F032}"/>
          </ac:spMkLst>
        </pc:spChg>
        <pc:spChg chg="mod">
          <ac:chgData name="Mattis Schulte" userId="4c8895249569c71b" providerId="LiveId" clId="{4D5BFE28-FC34-45C0-B88A-FBEB1EB466CE}" dt="2026-01-18T19:35:22.285" v="2422" actId="16959"/>
          <ac:spMkLst>
            <pc:docMk/>
            <pc:sldMk cId="1122956890" sldId="375"/>
            <ac:spMk id="8" creationId="{A77F5DD3-32A8-13D7-EED4-5E57B00AD08C}"/>
          </ac:spMkLst>
        </pc:spChg>
        <pc:spChg chg="add mod">
          <ac:chgData name="Mattis Schulte" userId="4c8895249569c71b" providerId="LiveId" clId="{4D5BFE28-FC34-45C0-B88A-FBEB1EB466CE}" dt="2026-01-18T19:39:59.519" v="2655" actId="20577"/>
          <ac:spMkLst>
            <pc:docMk/>
            <pc:sldMk cId="1122956890" sldId="375"/>
            <ac:spMk id="10" creationId="{BAF11CE2-2F57-31DA-9DAD-21088E4FDFDC}"/>
          </ac:spMkLst>
        </pc:spChg>
        <pc:grpChg chg="add mod">
          <ac:chgData name="Mattis Schulte" userId="4c8895249569c71b" providerId="LiveId" clId="{4D5BFE28-FC34-45C0-B88A-FBEB1EB466CE}" dt="2026-01-18T19:33:50.754" v="2356" actId="1035"/>
          <ac:grpSpMkLst>
            <pc:docMk/>
            <pc:sldMk cId="1122956890" sldId="375"/>
            <ac:grpSpMk id="2" creationId="{F25D7E74-ACDF-0D04-7353-3EB613DD92C6}"/>
          </ac:grpSpMkLst>
        </pc:grpChg>
        <pc:grpChg chg="del">
          <ac:chgData name="Mattis Schulte" userId="4c8895249569c71b" providerId="LiveId" clId="{4D5BFE28-FC34-45C0-B88A-FBEB1EB466CE}" dt="2026-01-18T19:30:35.643" v="2229" actId="478"/>
          <ac:grpSpMkLst>
            <pc:docMk/>
            <pc:sldMk cId="1122956890" sldId="375"/>
            <ac:grpSpMk id="16" creationId="{6229F03F-E42F-544F-6FBE-B70688803B19}"/>
          </ac:grpSpMkLst>
        </pc:grpChg>
      </pc:sldChg>
      <pc:sldChg chg="add del">
        <pc:chgData name="Mattis Schulte" userId="4c8895249569c71b" providerId="LiveId" clId="{4D5BFE28-FC34-45C0-B88A-FBEB1EB466CE}" dt="2026-01-18T19:29:32.036" v="2169"/>
        <pc:sldMkLst>
          <pc:docMk/>
          <pc:sldMk cId="2162363904" sldId="375"/>
        </pc:sldMkLst>
      </pc:sldChg>
      <pc:sldChg chg="addSp modSp add mod ord">
        <pc:chgData name="Mattis Schulte" userId="4c8895249569c71b" providerId="LiveId" clId="{4D5BFE28-FC34-45C0-B88A-FBEB1EB466CE}" dt="2026-01-18T20:43:34.385" v="4437"/>
        <pc:sldMkLst>
          <pc:docMk/>
          <pc:sldMk cId="522375549" sldId="376"/>
        </pc:sldMkLst>
        <pc:spChg chg="mod">
          <ac:chgData name="Mattis Schulte" userId="4c8895249569c71b" providerId="LiveId" clId="{4D5BFE28-FC34-45C0-B88A-FBEB1EB466CE}" dt="2026-01-18T19:53:31.274" v="3152"/>
          <ac:spMkLst>
            <pc:docMk/>
            <pc:sldMk cId="522375549" sldId="376"/>
            <ac:spMk id="4" creationId="{B72D889D-4457-DA04-42A1-5028709D98EF}"/>
          </ac:spMkLst>
        </pc:spChg>
        <pc:spChg chg="mod">
          <ac:chgData name="Mattis Schulte" userId="4c8895249569c71b" providerId="LiveId" clId="{4D5BFE28-FC34-45C0-B88A-FBEB1EB466CE}" dt="2026-01-18T19:37:03.664" v="2486" actId="14100"/>
          <ac:spMkLst>
            <pc:docMk/>
            <pc:sldMk cId="522375549" sldId="376"/>
            <ac:spMk id="8" creationId="{EA1B5AD1-D8F8-21BA-4B6D-297328E07C4B}"/>
          </ac:spMkLst>
        </pc:spChg>
        <pc:spChg chg="mod">
          <ac:chgData name="Mattis Schulte" userId="4c8895249569c71b" providerId="LiveId" clId="{4D5BFE28-FC34-45C0-B88A-FBEB1EB466CE}" dt="2026-01-18T19:45:36.477" v="2937" actId="20577"/>
          <ac:spMkLst>
            <pc:docMk/>
            <pc:sldMk cId="522375549" sldId="376"/>
            <ac:spMk id="10" creationId="{1082C4F1-888F-E2C6-8B47-A5B02BC24A85}"/>
          </ac:spMkLst>
        </pc:spChg>
        <pc:spChg chg="add mod">
          <ac:chgData name="Mattis Schulte" userId="4c8895249569c71b" providerId="LiveId" clId="{4D5BFE28-FC34-45C0-B88A-FBEB1EB466CE}" dt="2026-01-18T19:37:33.743" v="2498" actId="20577"/>
          <ac:spMkLst>
            <pc:docMk/>
            <pc:sldMk cId="522375549" sldId="376"/>
            <ac:spMk id="11" creationId="{055CD823-4B99-56C0-0012-CC96711BBF64}"/>
          </ac:spMkLst>
        </pc:spChg>
        <pc:grpChg chg="mod">
          <ac:chgData name="Mattis Schulte" userId="4c8895249569c71b" providerId="LiveId" clId="{4D5BFE28-FC34-45C0-B88A-FBEB1EB466CE}" dt="2026-01-18T19:37:09.385" v="2489" actId="1076"/>
          <ac:grpSpMkLst>
            <pc:docMk/>
            <pc:sldMk cId="522375549" sldId="376"/>
            <ac:grpSpMk id="2" creationId="{84B5696B-9706-D770-1F0F-E9CD549E9CC6}"/>
          </ac:grpSpMkLst>
        </pc:grpChg>
      </pc:sldChg>
      <pc:sldChg chg="add del">
        <pc:chgData name="Mattis Schulte" userId="4c8895249569c71b" providerId="LiveId" clId="{4D5BFE28-FC34-45C0-B88A-FBEB1EB466CE}" dt="2026-01-18T19:35:42.949" v="2424"/>
        <pc:sldMkLst>
          <pc:docMk/>
          <pc:sldMk cId="2578072502" sldId="376"/>
        </pc:sldMkLst>
      </pc:sldChg>
      <pc:sldChg chg="addSp modSp add mod ord">
        <pc:chgData name="Mattis Schulte" userId="4c8895249569c71b" providerId="LiveId" clId="{4D5BFE28-FC34-45C0-B88A-FBEB1EB466CE}" dt="2026-01-18T20:43:34.385" v="4437"/>
        <pc:sldMkLst>
          <pc:docMk/>
          <pc:sldMk cId="243715004" sldId="377"/>
        </pc:sldMkLst>
        <pc:spChg chg="mod">
          <ac:chgData name="Mattis Schulte" userId="4c8895249569c71b" providerId="LiveId" clId="{4D5BFE28-FC34-45C0-B88A-FBEB1EB466CE}" dt="2026-01-18T19:53:32.884" v="3153"/>
          <ac:spMkLst>
            <pc:docMk/>
            <pc:sldMk cId="243715004" sldId="377"/>
            <ac:spMk id="4" creationId="{CECEE4DE-A7A9-931A-3B33-65AC6DC9BD20}"/>
          </ac:spMkLst>
        </pc:spChg>
        <pc:spChg chg="mod">
          <ac:chgData name="Mattis Schulte" userId="4c8895249569c71b" providerId="LiveId" clId="{4D5BFE28-FC34-45C0-B88A-FBEB1EB466CE}" dt="2026-01-18T19:42:36.112" v="2798" actId="1076"/>
          <ac:spMkLst>
            <pc:docMk/>
            <pc:sldMk cId="243715004" sldId="377"/>
            <ac:spMk id="8" creationId="{C98D1B73-44FD-333B-B1C0-84E59A7AD704}"/>
          </ac:spMkLst>
        </pc:spChg>
        <pc:spChg chg="mod">
          <ac:chgData name="Mattis Schulte" userId="4c8895249569c71b" providerId="LiveId" clId="{4D5BFE28-FC34-45C0-B88A-FBEB1EB466CE}" dt="2026-01-18T19:43:17.405" v="2871" actId="20577"/>
          <ac:spMkLst>
            <pc:docMk/>
            <pc:sldMk cId="243715004" sldId="377"/>
            <ac:spMk id="10" creationId="{7A2CF091-F357-3DA4-7717-AE5C00CB82C7}"/>
          </ac:spMkLst>
        </pc:spChg>
        <pc:spChg chg="add mod">
          <ac:chgData name="Mattis Schulte" userId="4c8895249569c71b" providerId="LiveId" clId="{4D5BFE28-FC34-45C0-B88A-FBEB1EB466CE}" dt="2026-01-18T19:42:28.671" v="2797" actId="1076"/>
          <ac:spMkLst>
            <pc:docMk/>
            <pc:sldMk cId="243715004" sldId="377"/>
            <ac:spMk id="11" creationId="{7A26EABB-E6A5-65F3-0AE6-971E0677644F}"/>
          </ac:spMkLst>
        </pc:spChg>
        <pc:spChg chg="add mod">
          <ac:chgData name="Mattis Schulte" userId="4c8895249569c71b" providerId="LiveId" clId="{4D5BFE28-FC34-45C0-B88A-FBEB1EB466CE}" dt="2026-01-18T19:43:41.099" v="2872"/>
          <ac:spMkLst>
            <pc:docMk/>
            <pc:sldMk cId="243715004" sldId="377"/>
            <ac:spMk id="12" creationId="{01D2C77B-A4EA-5D9D-C221-B56A868B4A5E}"/>
          </ac:spMkLst>
        </pc:spChg>
      </pc:sldChg>
      <pc:sldChg chg="add del">
        <pc:chgData name="Mattis Schulte" userId="4c8895249569c71b" providerId="LiveId" clId="{4D5BFE28-FC34-45C0-B88A-FBEB1EB466CE}" dt="2026-01-18T19:40:02.999" v="2657"/>
        <pc:sldMkLst>
          <pc:docMk/>
          <pc:sldMk cId="2369987610" sldId="377"/>
        </pc:sldMkLst>
      </pc:sldChg>
      <pc:sldChg chg="add del">
        <pc:chgData name="Mattis Schulte" userId="4c8895249569c71b" providerId="LiveId" clId="{4D5BFE28-FC34-45C0-B88A-FBEB1EB466CE}" dt="2026-01-18T19:40:25.313" v="2661"/>
        <pc:sldMkLst>
          <pc:docMk/>
          <pc:sldMk cId="3568102493" sldId="377"/>
        </pc:sldMkLst>
      </pc:sldChg>
      <pc:sldChg chg="add del">
        <pc:chgData name="Mattis Schulte" userId="4c8895249569c71b" providerId="LiveId" clId="{4D5BFE28-FC34-45C0-B88A-FBEB1EB466CE}" dt="2026-01-18T19:40:28.932" v="2663"/>
        <pc:sldMkLst>
          <pc:docMk/>
          <pc:sldMk cId="3746898190" sldId="377"/>
        </pc:sldMkLst>
      </pc:sldChg>
      <pc:sldChg chg="add del">
        <pc:chgData name="Mattis Schulte" userId="4c8895249569c71b" providerId="LiveId" clId="{4D5BFE28-FC34-45C0-B88A-FBEB1EB466CE}" dt="2026-01-18T19:43:45.324" v="2874"/>
        <pc:sldMkLst>
          <pc:docMk/>
          <pc:sldMk cId="17297203" sldId="379"/>
        </pc:sldMkLst>
      </pc:sldChg>
      <pc:sldChg chg="delSp modSp add mod ord">
        <pc:chgData name="Mattis Schulte" userId="4c8895249569c71b" providerId="LiveId" clId="{4D5BFE28-FC34-45C0-B88A-FBEB1EB466CE}" dt="2026-01-18T20:43:34.385" v="4437"/>
        <pc:sldMkLst>
          <pc:docMk/>
          <pc:sldMk cId="801377687" sldId="379"/>
        </pc:sldMkLst>
        <pc:spChg chg="mod">
          <ac:chgData name="Mattis Schulte" userId="4c8895249569c71b" providerId="LiveId" clId="{4D5BFE28-FC34-45C0-B88A-FBEB1EB466CE}" dt="2026-01-18T19:53:34.839" v="3154"/>
          <ac:spMkLst>
            <pc:docMk/>
            <pc:sldMk cId="801377687" sldId="379"/>
            <ac:spMk id="4" creationId="{A06C31A0-3F8E-5991-A63F-79C7EBFABD44}"/>
          </ac:spMkLst>
        </pc:spChg>
        <pc:spChg chg="mod">
          <ac:chgData name="Mattis Schulte" userId="4c8895249569c71b" providerId="LiveId" clId="{4D5BFE28-FC34-45C0-B88A-FBEB1EB466CE}" dt="2026-01-18T19:44:17.310" v="2892" actId="12788"/>
          <ac:spMkLst>
            <pc:docMk/>
            <pc:sldMk cId="801377687" sldId="379"/>
            <ac:spMk id="6" creationId="{0D320A73-4D8D-BB82-D9A5-90DDB89CCF40}"/>
          </ac:spMkLst>
        </pc:spChg>
        <pc:spChg chg="mod">
          <ac:chgData name="Mattis Schulte" userId="4c8895249569c71b" providerId="LiveId" clId="{4D5BFE28-FC34-45C0-B88A-FBEB1EB466CE}" dt="2026-01-18T19:44:17.310" v="2892" actId="12788"/>
          <ac:spMkLst>
            <pc:docMk/>
            <pc:sldMk cId="801377687" sldId="379"/>
            <ac:spMk id="8" creationId="{8FB84CAB-8604-28BA-B214-0709B1D25F2C}"/>
          </ac:spMkLst>
        </pc:spChg>
        <pc:spChg chg="mod">
          <ac:chgData name="Mattis Schulte" userId="4c8895249569c71b" providerId="LiveId" clId="{4D5BFE28-FC34-45C0-B88A-FBEB1EB466CE}" dt="2026-01-18T19:45:18.388" v="2932" actId="20577"/>
          <ac:spMkLst>
            <pc:docMk/>
            <pc:sldMk cId="801377687" sldId="379"/>
            <ac:spMk id="10" creationId="{630DC1D3-85EF-F9DB-BD0D-62274A30A9F6}"/>
          </ac:spMkLst>
        </pc:spChg>
        <pc:spChg chg="del">
          <ac:chgData name="Mattis Schulte" userId="4c8895249569c71b" providerId="LiveId" clId="{4D5BFE28-FC34-45C0-B88A-FBEB1EB466CE}" dt="2026-01-18T19:43:53.668" v="2876" actId="478"/>
          <ac:spMkLst>
            <pc:docMk/>
            <pc:sldMk cId="801377687" sldId="379"/>
            <ac:spMk id="11" creationId="{1B3C8878-6893-FA5A-E6FA-7F73F308EE62}"/>
          </ac:spMkLst>
        </pc:spChg>
        <pc:grpChg chg="mod">
          <ac:chgData name="Mattis Schulte" userId="4c8895249569c71b" providerId="LiveId" clId="{4D5BFE28-FC34-45C0-B88A-FBEB1EB466CE}" dt="2026-01-18T19:44:24.417" v="2894" actId="14100"/>
          <ac:grpSpMkLst>
            <pc:docMk/>
            <pc:sldMk cId="801377687" sldId="379"/>
            <ac:grpSpMk id="2" creationId="{F37B8732-3A75-39AC-151A-76EFAECF1190}"/>
          </ac:grpSpMkLst>
        </pc:grpChg>
      </pc:sldChg>
      <pc:sldChg chg="add del">
        <pc:chgData name="Mattis Schulte" userId="4c8895249569c71b" providerId="LiveId" clId="{4D5BFE28-FC34-45C0-B88A-FBEB1EB466CE}" dt="2026-01-18T19:46:18.496" v="2939"/>
        <pc:sldMkLst>
          <pc:docMk/>
          <pc:sldMk cId="302165452" sldId="380"/>
        </pc:sldMkLst>
      </pc:sldChg>
      <pc:sldChg chg="modSp add mod ord">
        <pc:chgData name="Mattis Schulte" userId="4c8895249569c71b" providerId="LiveId" clId="{4D5BFE28-FC34-45C0-B88A-FBEB1EB466CE}" dt="2026-01-18T20:43:34.385" v="4437"/>
        <pc:sldMkLst>
          <pc:docMk/>
          <pc:sldMk cId="3376622061" sldId="380"/>
        </pc:sldMkLst>
        <pc:spChg chg="mod">
          <ac:chgData name="Mattis Schulte" userId="4c8895249569c71b" providerId="LiveId" clId="{4D5BFE28-FC34-45C0-B88A-FBEB1EB466CE}" dt="2026-01-18T19:46:40.824" v="2994" actId="20577"/>
          <ac:spMkLst>
            <pc:docMk/>
            <pc:sldMk cId="3376622061" sldId="380"/>
            <ac:spMk id="3" creationId="{BEEA20B9-4AAD-F688-59FD-C1D987CD3F9F}"/>
          </ac:spMkLst>
        </pc:spChg>
        <pc:spChg chg="mod">
          <ac:chgData name="Mattis Schulte" userId="4c8895249569c71b" providerId="LiveId" clId="{4D5BFE28-FC34-45C0-B88A-FBEB1EB466CE}" dt="2026-01-18T19:53:36.695" v="3155"/>
          <ac:spMkLst>
            <pc:docMk/>
            <pc:sldMk cId="3376622061" sldId="380"/>
            <ac:spMk id="4" creationId="{7900EF3F-868B-37EA-4ABE-24DDE8D4F050}"/>
          </ac:spMkLst>
        </pc:spChg>
        <pc:spChg chg="mod">
          <ac:chgData name="Mattis Schulte" userId="4c8895249569c71b" providerId="LiveId" clId="{4D5BFE28-FC34-45C0-B88A-FBEB1EB466CE}" dt="2026-01-18T19:48:12.236" v="3017" actId="12789"/>
          <ac:spMkLst>
            <pc:docMk/>
            <pc:sldMk cId="3376622061" sldId="380"/>
            <ac:spMk id="6" creationId="{EC32DC8C-817E-D50B-3C77-A942AEEDE9C3}"/>
          </ac:spMkLst>
        </pc:spChg>
        <pc:spChg chg="mod">
          <ac:chgData name="Mattis Schulte" userId="4c8895249569c71b" providerId="LiveId" clId="{4D5BFE28-FC34-45C0-B88A-FBEB1EB466CE}" dt="2026-01-18T19:51:52.900" v="3143" actId="120"/>
          <ac:spMkLst>
            <pc:docMk/>
            <pc:sldMk cId="3376622061" sldId="380"/>
            <ac:spMk id="8" creationId="{721FB493-2846-FC8E-6E93-529FB5E89933}"/>
          </ac:spMkLst>
        </pc:spChg>
        <pc:spChg chg="mod">
          <ac:chgData name="Mattis Schulte" userId="4c8895249569c71b" providerId="LiveId" clId="{4D5BFE28-FC34-45C0-B88A-FBEB1EB466CE}" dt="2026-01-18T19:48:50.611" v="3026" actId="20577"/>
          <ac:spMkLst>
            <pc:docMk/>
            <pc:sldMk cId="3376622061" sldId="380"/>
            <ac:spMk id="10" creationId="{E7D65343-BB93-2037-B29C-5EFE5509D4C7}"/>
          </ac:spMkLst>
        </pc:spChg>
        <pc:grpChg chg="mod">
          <ac:chgData name="Mattis Schulte" userId="4c8895249569c71b" providerId="LiveId" clId="{4D5BFE28-FC34-45C0-B88A-FBEB1EB466CE}" dt="2026-01-18T19:48:02.242" v="3016" actId="12788"/>
          <ac:grpSpMkLst>
            <pc:docMk/>
            <pc:sldMk cId="3376622061" sldId="380"/>
            <ac:grpSpMk id="2" creationId="{30B231C9-FCAD-5696-6102-BF5293FEA5FA}"/>
          </ac:grpSpMkLst>
        </pc:grpChg>
      </pc:sldChg>
      <pc:sldChg chg="add del">
        <pc:chgData name="Mattis Schulte" userId="4c8895249569c71b" providerId="LiveId" clId="{4D5BFE28-FC34-45C0-B88A-FBEB1EB466CE}" dt="2026-01-18T19:46:46.643" v="2996"/>
        <pc:sldMkLst>
          <pc:docMk/>
          <pc:sldMk cId="2288083662" sldId="381"/>
        </pc:sldMkLst>
      </pc:sldChg>
      <pc:sldChg chg="add del">
        <pc:chgData name="Mattis Schulte" userId="4c8895249569c71b" providerId="LiveId" clId="{4D5BFE28-FC34-45C0-B88A-FBEB1EB466CE}" dt="2026-01-18T19:49:51.416" v="3029"/>
        <pc:sldMkLst>
          <pc:docMk/>
          <pc:sldMk cId="2450790189" sldId="381"/>
        </pc:sldMkLst>
      </pc:sldChg>
      <pc:sldChg chg="modSp add mod ord">
        <pc:chgData name="Mattis Schulte" userId="4c8895249569c71b" providerId="LiveId" clId="{4D5BFE28-FC34-45C0-B88A-FBEB1EB466CE}" dt="2026-01-18T20:43:34.385" v="4437"/>
        <pc:sldMkLst>
          <pc:docMk/>
          <pc:sldMk cId="2489985821" sldId="381"/>
        </pc:sldMkLst>
        <pc:spChg chg="mod">
          <ac:chgData name="Mattis Schulte" userId="4c8895249569c71b" providerId="LiveId" clId="{4D5BFE28-FC34-45C0-B88A-FBEB1EB466CE}" dt="2026-01-18T19:50:48.032" v="3109" actId="20577"/>
          <ac:spMkLst>
            <pc:docMk/>
            <pc:sldMk cId="2489985821" sldId="381"/>
            <ac:spMk id="3" creationId="{F72A8550-49DF-111D-6621-5B7C9E229615}"/>
          </ac:spMkLst>
        </pc:spChg>
        <pc:spChg chg="mod">
          <ac:chgData name="Mattis Schulte" userId="4c8895249569c71b" providerId="LiveId" clId="{4D5BFE28-FC34-45C0-B88A-FBEB1EB466CE}" dt="2026-01-18T19:53:39.008" v="3156"/>
          <ac:spMkLst>
            <pc:docMk/>
            <pc:sldMk cId="2489985821" sldId="381"/>
            <ac:spMk id="4" creationId="{DB0F83C7-E4A6-72AB-524F-0DACE62D422B}"/>
          </ac:spMkLst>
        </pc:spChg>
        <pc:spChg chg="mod">
          <ac:chgData name="Mattis Schulte" userId="4c8895249569c71b" providerId="LiveId" clId="{4D5BFE28-FC34-45C0-B88A-FBEB1EB466CE}" dt="2026-01-18T19:51:48.860" v="3141" actId="122"/>
          <ac:spMkLst>
            <pc:docMk/>
            <pc:sldMk cId="2489985821" sldId="381"/>
            <ac:spMk id="8" creationId="{90D1DBD7-E690-DAA6-FA78-544009D63A2E}"/>
          </ac:spMkLst>
        </pc:spChg>
      </pc:sldChg>
      <pc:sldChg chg="addSp delSp modSp add mod ord">
        <pc:chgData name="Mattis Schulte" userId="4c8895249569c71b" providerId="LiveId" clId="{4D5BFE28-FC34-45C0-B88A-FBEB1EB466CE}" dt="2026-01-18T20:43:34.385" v="4437"/>
        <pc:sldMkLst>
          <pc:docMk/>
          <pc:sldMk cId="3251215000" sldId="382"/>
        </pc:sldMkLst>
        <pc:spChg chg="mod">
          <ac:chgData name="Mattis Schulte" userId="4c8895249569c71b" providerId="LiveId" clId="{4D5BFE28-FC34-45C0-B88A-FBEB1EB466CE}" dt="2026-01-18T19:53:41.183" v="3157"/>
          <ac:spMkLst>
            <pc:docMk/>
            <pc:sldMk cId="3251215000" sldId="382"/>
            <ac:spMk id="4" creationId="{C7949850-FD25-71E9-DEC3-8FED233163F1}"/>
          </ac:spMkLst>
        </pc:spChg>
        <pc:spChg chg="add del">
          <ac:chgData name="Mattis Schulte" userId="4c8895249569c71b" providerId="LiveId" clId="{4D5BFE28-FC34-45C0-B88A-FBEB1EB466CE}" dt="2026-01-18T19:54:13.848" v="3162" actId="22"/>
          <ac:spMkLst>
            <pc:docMk/>
            <pc:sldMk cId="3251215000" sldId="382"/>
            <ac:spMk id="10" creationId="{C50A8144-33BD-77F1-4BC5-4B251C301978}"/>
          </ac:spMkLst>
        </pc:spChg>
        <pc:picChg chg="add mod">
          <ac:chgData name="Mattis Schulte" userId="4c8895249569c71b" providerId="LiveId" clId="{4D5BFE28-FC34-45C0-B88A-FBEB1EB466CE}" dt="2026-01-18T19:53:49.721" v="3160" actId="1076"/>
          <ac:picMkLst>
            <pc:docMk/>
            <pc:sldMk cId="3251215000" sldId="382"/>
            <ac:picMk id="6" creationId="{CEB3FF39-77F9-952B-1553-6394E2B92961}"/>
          </ac:picMkLst>
        </pc:picChg>
        <pc:picChg chg="del">
          <ac:chgData name="Mattis Schulte" userId="4c8895249569c71b" providerId="LiveId" clId="{4D5BFE28-FC34-45C0-B88A-FBEB1EB466CE}" dt="2026-01-18T19:53:00.035" v="3147" actId="478"/>
          <ac:picMkLst>
            <pc:docMk/>
            <pc:sldMk cId="3251215000" sldId="382"/>
            <ac:picMk id="11" creationId="{D03449E7-4874-3BF3-3AAE-83434C312CC4}"/>
          </ac:picMkLst>
        </pc:picChg>
      </pc:sldChg>
      <pc:sldChg chg="add del">
        <pc:chgData name="Mattis Schulte" userId="4c8895249569c71b" providerId="LiveId" clId="{4D5BFE28-FC34-45C0-B88A-FBEB1EB466CE}" dt="2026-01-18T19:52:57.367" v="3145"/>
        <pc:sldMkLst>
          <pc:docMk/>
          <pc:sldMk cId="3287585387" sldId="382"/>
        </pc:sldMkLst>
      </pc:sldChg>
      <pc:sldChg chg="modSp add ord">
        <pc:chgData name="Mattis Schulte" userId="4c8895249569c71b" providerId="LiveId" clId="{4D5BFE28-FC34-45C0-B88A-FBEB1EB466CE}" dt="2026-01-18T20:43:34.385" v="4437"/>
        <pc:sldMkLst>
          <pc:docMk/>
          <pc:sldMk cId="758987558" sldId="383"/>
        </pc:sldMkLst>
        <pc:picChg chg="mod">
          <ac:chgData name="Mattis Schulte" userId="4c8895249569c71b" providerId="LiveId" clId="{4D5BFE28-FC34-45C0-B88A-FBEB1EB466CE}" dt="2026-01-18T19:54:23.314" v="3164" actId="14826"/>
          <ac:picMkLst>
            <pc:docMk/>
            <pc:sldMk cId="758987558" sldId="383"/>
            <ac:picMk id="6" creationId="{A853ED02-384B-7126-BAE5-52F0461A7B45}"/>
          </ac:picMkLst>
        </pc:picChg>
      </pc:sldChg>
      <pc:sldChg chg="addSp delSp modSp add mod ord">
        <pc:chgData name="Mattis Schulte" userId="4c8895249569c71b" providerId="LiveId" clId="{4D5BFE28-FC34-45C0-B88A-FBEB1EB466CE}" dt="2026-01-18T20:43:34.385" v="4437"/>
        <pc:sldMkLst>
          <pc:docMk/>
          <pc:sldMk cId="156689515" sldId="384"/>
        </pc:sldMkLst>
        <pc:spChg chg="mod">
          <ac:chgData name="Mattis Schulte" userId="4c8895249569c71b" providerId="LiveId" clId="{4D5BFE28-FC34-45C0-B88A-FBEB1EB466CE}" dt="2026-01-18T20:15:58.085" v="3630" actId="20577"/>
          <ac:spMkLst>
            <pc:docMk/>
            <pc:sldMk cId="156689515" sldId="384"/>
            <ac:spMk id="3" creationId="{3D85A1F3-21AC-9B58-77F9-2B9DD8092570}"/>
          </ac:spMkLst>
        </pc:spChg>
        <pc:spChg chg="mod">
          <ac:chgData name="Mattis Schulte" userId="4c8895249569c71b" providerId="LiveId" clId="{4D5BFE28-FC34-45C0-B88A-FBEB1EB466CE}" dt="2026-01-18T20:13:26.142" v="3628" actId="20577"/>
          <ac:spMkLst>
            <pc:docMk/>
            <pc:sldMk cId="156689515" sldId="384"/>
            <ac:spMk id="10" creationId="{96AF622A-F8F9-9F1D-D015-B36A9C837932}"/>
          </ac:spMkLst>
        </pc:spChg>
        <pc:spChg chg="mod">
          <ac:chgData name="Mattis Schulte" userId="4c8895249569c71b" providerId="LiveId" clId="{4D5BFE28-FC34-45C0-B88A-FBEB1EB466CE}" dt="2026-01-18T19:58:25.172" v="3203"/>
          <ac:spMkLst>
            <pc:docMk/>
            <pc:sldMk cId="156689515" sldId="384"/>
            <ac:spMk id="12" creationId="{371B5968-BE7F-A730-A27B-0FCC375DC901}"/>
          </ac:spMkLst>
        </pc:spChg>
        <pc:spChg chg="mod">
          <ac:chgData name="Mattis Schulte" userId="4c8895249569c71b" providerId="LiveId" clId="{4D5BFE28-FC34-45C0-B88A-FBEB1EB466CE}" dt="2026-01-18T19:58:29.405" v="3206" actId="20577"/>
          <ac:spMkLst>
            <pc:docMk/>
            <pc:sldMk cId="156689515" sldId="384"/>
            <ac:spMk id="13" creationId="{821D5130-A594-8747-4839-414B58F5A57B}"/>
          </ac:spMkLst>
        </pc:spChg>
        <pc:spChg chg="mod">
          <ac:chgData name="Mattis Schulte" userId="4c8895249569c71b" providerId="LiveId" clId="{4D5BFE28-FC34-45C0-B88A-FBEB1EB466CE}" dt="2026-01-18T19:58:35.308" v="3208"/>
          <ac:spMkLst>
            <pc:docMk/>
            <pc:sldMk cId="156689515" sldId="384"/>
            <ac:spMk id="15" creationId="{55325A30-888B-27EC-F665-E058F59C0884}"/>
          </ac:spMkLst>
        </pc:spChg>
        <pc:spChg chg="mod">
          <ac:chgData name="Mattis Schulte" userId="4c8895249569c71b" providerId="LiveId" clId="{4D5BFE28-FC34-45C0-B88A-FBEB1EB466CE}" dt="2026-01-18T20:01:05.891" v="3258" actId="113"/>
          <ac:spMkLst>
            <pc:docMk/>
            <pc:sldMk cId="156689515" sldId="384"/>
            <ac:spMk id="16" creationId="{4F64FE24-F585-58B8-9C71-4A90840992D7}"/>
          </ac:spMkLst>
        </pc:spChg>
        <pc:spChg chg="del mod topLvl">
          <ac:chgData name="Mattis Schulte" userId="4c8895249569c71b" providerId="LiveId" clId="{4D5BFE28-FC34-45C0-B88A-FBEB1EB466CE}" dt="2026-01-18T20:03:29.387" v="3311" actId="478"/>
          <ac:spMkLst>
            <pc:docMk/>
            <pc:sldMk cId="156689515" sldId="384"/>
            <ac:spMk id="18" creationId="{D2147B94-9761-94DA-A551-997DF50BD8F0}"/>
          </ac:spMkLst>
        </pc:spChg>
        <pc:spChg chg="del mod topLvl">
          <ac:chgData name="Mattis Schulte" userId="4c8895249569c71b" providerId="LiveId" clId="{4D5BFE28-FC34-45C0-B88A-FBEB1EB466CE}" dt="2026-01-18T20:10:14.918" v="3526" actId="478"/>
          <ac:spMkLst>
            <pc:docMk/>
            <pc:sldMk cId="156689515" sldId="384"/>
            <ac:spMk id="19" creationId="{DE07BACA-E5EC-3742-F071-89A2232CCC74}"/>
          </ac:spMkLst>
        </pc:spChg>
        <pc:spChg chg="add mod">
          <ac:chgData name="Mattis Schulte" userId="4c8895249569c71b" providerId="LiveId" clId="{4D5BFE28-FC34-45C0-B88A-FBEB1EB466CE}" dt="2026-01-18T20:11:58.033" v="3583" actId="164"/>
          <ac:spMkLst>
            <pc:docMk/>
            <pc:sldMk cId="156689515" sldId="384"/>
            <ac:spMk id="20" creationId="{6046E41B-B4AF-17DE-F556-E376FA39EBBB}"/>
          </ac:spMkLst>
        </pc:spChg>
        <pc:spChg chg="add del">
          <ac:chgData name="Mattis Schulte" userId="4c8895249569c71b" providerId="LiveId" clId="{4D5BFE28-FC34-45C0-B88A-FBEB1EB466CE}" dt="2026-01-18T20:16:48.042" v="3632" actId="22"/>
          <ac:spMkLst>
            <pc:docMk/>
            <pc:sldMk cId="156689515" sldId="384"/>
            <ac:spMk id="23" creationId="{DE508410-2F03-46A8-A00C-6947CA17452D}"/>
          </ac:spMkLst>
        </pc:spChg>
        <pc:grpChg chg="del">
          <ac:chgData name="Mattis Schulte" userId="4c8895249569c71b" providerId="LiveId" clId="{4D5BFE28-FC34-45C0-B88A-FBEB1EB466CE}" dt="2026-01-18T19:58:21.657" v="3202" actId="478"/>
          <ac:grpSpMkLst>
            <pc:docMk/>
            <pc:sldMk cId="156689515" sldId="384"/>
            <ac:grpSpMk id="2" creationId="{4FA280C5-3800-501D-621D-EC4D42B3B5FE}"/>
          </ac:grpSpMkLst>
        </pc:grpChg>
        <pc:grpChg chg="add del mod">
          <ac:chgData name="Mattis Schulte" userId="4c8895249569c71b" providerId="LiveId" clId="{4D5BFE28-FC34-45C0-B88A-FBEB1EB466CE}" dt="2026-01-18T19:58:35.109" v="3207" actId="478"/>
          <ac:grpSpMkLst>
            <pc:docMk/>
            <pc:sldMk cId="156689515" sldId="384"/>
            <ac:grpSpMk id="11" creationId="{1C6BAC5B-B16A-570A-3259-01D5BA2FE1FC}"/>
          </ac:grpSpMkLst>
        </pc:grpChg>
        <pc:grpChg chg="add mod">
          <ac:chgData name="Mattis Schulte" userId="4c8895249569c71b" providerId="LiveId" clId="{4D5BFE28-FC34-45C0-B88A-FBEB1EB466CE}" dt="2026-01-18T20:11:58.033" v="3583" actId="164"/>
          <ac:grpSpMkLst>
            <pc:docMk/>
            <pc:sldMk cId="156689515" sldId="384"/>
            <ac:grpSpMk id="14" creationId="{5883A661-C427-0320-6ADD-71EA01C1E15C}"/>
          </ac:grpSpMkLst>
        </pc:grpChg>
        <pc:grpChg chg="add del mod">
          <ac:chgData name="Mattis Schulte" userId="4c8895249569c71b" providerId="LiveId" clId="{4D5BFE28-FC34-45C0-B88A-FBEB1EB466CE}" dt="2026-01-18T20:03:29.387" v="3311" actId="478"/>
          <ac:grpSpMkLst>
            <pc:docMk/>
            <pc:sldMk cId="156689515" sldId="384"/>
            <ac:grpSpMk id="17" creationId="{DF6D1B41-49AA-A217-E3C1-B91CAF12FE4C}"/>
          </ac:grpSpMkLst>
        </pc:grpChg>
        <pc:grpChg chg="add mod">
          <ac:chgData name="Mattis Schulte" userId="4c8895249569c71b" providerId="LiveId" clId="{4D5BFE28-FC34-45C0-B88A-FBEB1EB466CE}" dt="2026-01-18T20:12:04.101" v="3585" actId="12788"/>
          <ac:grpSpMkLst>
            <pc:docMk/>
            <pc:sldMk cId="156689515" sldId="384"/>
            <ac:grpSpMk id="21" creationId="{D857ADAB-C861-49C3-0CBB-2ECBCE6618D5}"/>
          </ac:grpSpMkLst>
        </pc:grpChg>
      </pc:sldChg>
      <pc:sldChg chg="add del">
        <pc:chgData name="Mattis Schulte" userId="4c8895249569c71b" providerId="LiveId" clId="{4D5BFE28-FC34-45C0-B88A-FBEB1EB466CE}" dt="2026-01-18T19:55:52.832" v="3166"/>
        <pc:sldMkLst>
          <pc:docMk/>
          <pc:sldMk cId="1405582057" sldId="384"/>
        </pc:sldMkLst>
      </pc:sldChg>
      <pc:sldChg chg="delSp mod">
        <pc:chgData name="Mattis Schulte" userId="4c8895249569c71b" providerId="LiveId" clId="{4D5BFE28-FC34-45C0-B88A-FBEB1EB466CE}" dt="2026-01-18T21:50:24.666" v="4512" actId="478"/>
        <pc:sldMkLst>
          <pc:docMk/>
          <pc:sldMk cId="3140749282" sldId="385"/>
        </pc:sldMkLst>
        <pc:spChg chg="del">
          <ac:chgData name="Mattis Schulte" userId="4c8895249569c71b" providerId="LiveId" clId="{4D5BFE28-FC34-45C0-B88A-FBEB1EB466CE}" dt="2026-01-18T21:50:24.128" v="4511" actId="478"/>
          <ac:spMkLst>
            <pc:docMk/>
            <pc:sldMk cId="3140749282" sldId="385"/>
            <ac:spMk id="3" creationId="{A9881D66-7228-D9BE-D8C5-BB7A1DCB7416}"/>
          </ac:spMkLst>
        </pc:spChg>
        <pc:spChg chg="del">
          <ac:chgData name="Mattis Schulte" userId="4c8895249569c71b" providerId="LiveId" clId="{4D5BFE28-FC34-45C0-B88A-FBEB1EB466CE}" dt="2026-01-18T21:50:24.666" v="4512" actId="478"/>
          <ac:spMkLst>
            <pc:docMk/>
            <pc:sldMk cId="3140749282" sldId="385"/>
            <ac:spMk id="7" creationId="{084CFD20-8420-82E3-B13F-4A2AFB5547E2}"/>
          </ac:spMkLst>
        </pc:spChg>
      </pc:sldChg>
      <pc:sldChg chg="delSp mod">
        <pc:chgData name="Mattis Schulte" userId="4c8895249569c71b" providerId="LiveId" clId="{4D5BFE28-FC34-45C0-B88A-FBEB1EB466CE}" dt="2026-01-18T21:50:21.586" v="4510" actId="478"/>
        <pc:sldMkLst>
          <pc:docMk/>
          <pc:sldMk cId="625030698" sldId="386"/>
        </pc:sldMkLst>
        <pc:spChg chg="del">
          <ac:chgData name="Mattis Schulte" userId="4c8895249569c71b" providerId="LiveId" clId="{4D5BFE28-FC34-45C0-B88A-FBEB1EB466CE}" dt="2026-01-18T21:50:21.586" v="4510" actId="478"/>
          <ac:spMkLst>
            <pc:docMk/>
            <pc:sldMk cId="625030698" sldId="386"/>
            <ac:spMk id="3" creationId="{38F50EB4-45FA-398A-23B0-E3C4EC2E7970}"/>
          </ac:spMkLst>
        </pc:spChg>
        <pc:spChg chg="del">
          <ac:chgData name="Mattis Schulte" userId="4c8895249569c71b" providerId="LiveId" clId="{4D5BFE28-FC34-45C0-B88A-FBEB1EB466CE}" dt="2026-01-18T21:50:20.406" v="4509" actId="478"/>
          <ac:spMkLst>
            <pc:docMk/>
            <pc:sldMk cId="625030698" sldId="386"/>
            <ac:spMk id="7" creationId="{DC5417A3-B17C-8C90-1494-02AE9801641B}"/>
          </ac:spMkLst>
        </pc:spChg>
      </pc:sldChg>
      <pc:sldChg chg="addSp delSp modSp add mod ord">
        <pc:chgData name="Mattis Schulte" userId="4c8895249569c71b" providerId="LiveId" clId="{4D5BFE28-FC34-45C0-B88A-FBEB1EB466CE}" dt="2026-01-18T20:43:34.385" v="4437"/>
        <pc:sldMkLst>
          <pc:docMk/>
          <pc:sldMk cId="1452930727" sldId="387"/>
        </pc:sldMkLst>
        <pc:spChg chg="add mod">
          <ac:chgData name="Mattis Schulte" userId="4c8895249569c71b" providerId="LiveId" clId="{4D5BFE28-FC34-45C0-B88A-FBEB1EB466CE}" dt="2026-01-18T20:19:25.895" v="3721" actId="12789"/>
          <ac:spMkLst>
            <pc:docMk/>
            <pc:sldMk cId="1452930727" sldId="387"/>
            <ac:spMk id="2" creationId="{7F6CBF46-64B7-7A37-0B65-564552F1FC72}"/>
          </ac:spMkLst>
        </pc:spChg>
        <pc:spChg chg="mod">
          <ac:chgData name="Mattis Schulte" userId="4c8895249569c71b" providerId="LiveId" clId="{4D5BFE28-FC34-45C0-B88A-FBEB1EB466CE}" dt="2026-01-18T20:17:00.625" v="3653" actId="20577"/>
          <ac:spMkLst>
            <pc:docMk/>
            <pc:sldMk cId="1452930727" sldId="387"/>
            <ac:spMk id="3" creationId="{A6651B93-07FF-7444-D0D3-AC7372CCCC2B}"/>
          </ac:spMkLst>
        </pc:spChg>
        <pc:spChg chg="add mod">
          <ac:chgData name="Mattis Schulte" userId="4c8895249569c71b" providerId="LiveId" clId="{4D5BFE28-FC34-45C0-B88A-FBEB1EB466CE}" dt="2026-01-18T20:34:55.566" v="4057" actId="20577"/>
          <ac:spMkLst>
            <pc:docMk/>
            <pc:sldMk cId="1452930727" sldId="387"/>
            <ac:spMk id="6" creationId="{2F6B5921-1A24-507B-58FE-F4318C3030D3}"/>
          </ac:spMkLst>
        </pc:spChg>
        <pc:spChg chg="del">
          <ac:chgData name="Mattis Schulte" userId="4c8895249569c71b" providerId="LiveId" clId="{4D5BFE28-FC34-45C0-B88A-FBEB1EB466CE}" dt="2026-01-18T20:17:08.636" v="3655" actId="478"/>
          <ac:spMkLst>
            <pc:docMk/>
            <pc:sldMk cId="1452930727" sldId="387"/>
            <ac:spMk id="10" creationId="{F8875A14-CE17-89DC-FE63-5A6314A7F11F}"/>
          </ac:spMkLst>
        </pc:spChg>
        <pc:grpChg chg="del">
          <ac:chgData name="Mattis Schulte" userId="4c8895249569c71b" providerId="LiveId" clId="{4D5BFE28-FC34-45C0-B88A-FBEB1EB466CE}" dt="2026-01-18T20:17:07.172" v="3654" actId="478"/>
          <ac:grpSpMkLst>
            <pc:docMk/>
            <pc:sldMk cId="1452930727" sldId="387"/>
            <ac:grpSpMk id="21" creationId="{3EC831FE-7476-5488-B885-C52096CCD905}"/>
          </ac:grpSpMkLst>
        </pc:grpChg>
      </pc:sldChg>
      <pc:sldChg chg="add del">
        <pc:chgData name="Mattis Schulte" userId="4c8895249569c71b" providerId="LiveId" clId="{4D5BFE28-FC34-45C0-B88A-FBEB1EB466CE}" dt="2026-01-18T20:16:51.433" v="3634"/>
        <pc:sldMkLst>
          <pc:docMk/>
          <pc:sldMk cId="2680752437" sldId="387"/>
        </pc:sldMkLst>
      </pc:sldChg>
      <pc:sldChg chg="delSp mod">
        <pc:chgData name="Mattis Schulte" userId="4c8895249569c71b" providerId="LiveId" clId="{4D5BFE28-FC34-45C0-B88A-FBEB1EB466CE}" dt="2026-01-18T21:50:18.530" v="4508" actId="478"/>
        <pc:sldMkLst>
          <pc:docMk/>
          <pc:sldMk cId="3091757328" sldId="388"/>
        </pc:sldMkLst>
        <pc:spChg chg="del">
          <ac:chgData name="Mattis Schulte" userId="4c8895249569c71b" providerId="LiveId" clId="{4D5BFE28-FC34-45C0-B88A-FBEB1EB466CE}" dt="2026-01-18T21:50:17.933" v="4507" actId="478"/>
          <ac:spMkLst>
            <pc:docMk/>
            <pc:sldMk cId="3091757328" sldId="388"/>
            <ac:spMk id="3" creationId="{F94381DE-3F31-EFFC-76BA-5F968E589FFC}"/>
          </ac:spMkLst>
        </pc:spChg>
        <pc:spChg chg="del">
          <ac:chgData name="Mattis Schulte" userId="4c8895249569c71b" providerId="LiveId" clId="{4D5BFE28-FC34-45C0-B88A-FBEB1EB466CE}" dt="2026-01-18T21:50:18.530" v="4508" actId="478"/>
          <ac:spMkLst>
            <pc:docMk/>
            <pc:sldMk cId="3091757328" sldId="388"/>
            <ac:spMk id="7" creationId="{5867A5F9-7266-986B-0810-B5110D7CDB4B}"/>
          </ac:spMkLst>
        </pc:spChg>
      </pc:sldChg>
      <pc:sldChg chg="delSp mod">
        <pc:chgData name="Mattis Schulte" userId="4c8895249569c71b" providerId="LiveId" clId="{4D5BFE28-FC34-45C0-B88A-FBEB1EB466CE}" dt="2026-01-18T21:50:14.975" v="4506" actId="478"/>
        <pc:sldMkLst>
          <pc:docMk/>
          <pc:sldMk cId="1172097506" sldId="389"/>
        </pc:sldMkLst>
        <pc:spChg chg="del">
          <ac:chgData name="Mattis Schulte" userId="4c8895249569c71b" providerId="LiveId" clId="{4D5BFE28-FC34-45C0-B88A-FBEB1EB466CE}" dt="2026-01-18T21:50:14.492" v="4505" actId="478"/>
          <ac:spMkLst>
            <pc:docMk/>
            <pc:sldMk cId="1172097506" sldId="389"/>
            <ac:spMk id="3" creationId="{043148F6-6835-8FF1-ACD3-140ACF716E18}"/>
          </ac:spMkLst>
        </pc:spChg>
        <pc:spChg chg="del">
          <ac:chgData name="Mattis Schulte" userId="4c8895249569c71b" providerId="LiveId" clId="{4D5BFE28-FC34-45C0-B88A-FBEB1EB466CE}" dt="2026-01-18T21:50:14.975" v="4506" actId="478"/>
          <ac:spMkLst>
            <pc:docMk/>
            <pc:sldMk cId="1172097506" sldId="389"/>
            <ac:spMk id="7" creationId="{20F99827-115B-0757-D874-4194603514B3}"/>
          </ac:spMkLst>
        </pc:spChg>
      </pc:sldChg>
      <pc:sldChg chg="addSp delSp modSp add mod ord">
        <pc:chgData name="Mattis Schulte" userId="4c8895249569c71b" providerId="LiveId" clId="{4D5BFE28-FC34-45C0-B88A-FBEB1EB466CE}" dt="2026-01-18T20:43:34.385" v="4437"/>
        <pc:sldMkLst>
          <pc:docMk/>
          <pc:sldMk cId="2066842212" sldId="390"/>
        </pc:sldMkLst>
        <pc:spChg chg="mod">
          <ac:chgData name="Mattis Schulte" userId="4c8895249569c71b" providerId="LiveId" clId="{4D5BFE28-FC34-45C0-B88A-FBEB1EB466CE}" dt="2026-01-18T20:29:11.928" v="3749" actId="20577"/>
          <ac:spMkLst>
            <pc:docMk/>
            <pc:sldMk cId="2066842212" sldId="390"/>
            <ac:spMk id="3" creationId="{1547834A-7413-690F-9FA2-216499539FB4}"/>
          </ac:spMkLst>
        </pc:spChg>
        <pc:spChg chg="add del mod">
          <ac:chgData name="Mattis Schulte" userId="4c8895249569c71b" providerId="LiveId" clId="{4D5BFE28-FC34-45C0-B88A-FBEB1EB466CE}" dt="2026-01-18T20:31:05.958" v="3763" actId="478"/>
          <ac:spMkLst>
            <pc:docMk/>
            <pc:sldMk cId="2066842212" sldId="390"/>
            <ac:spMk id="10" creationId="{01C8D2EF-B583-DD67-6DFA-5BDDAA8DA477}"/>
          </ac:spMkLst>
        </pc:spChg>
        <pc:spChg chg="add mod">
          <ac:chgData name="Mattis Schulte" userId="4c8895249569c71b" providerId="LiveId" clId="{4D5BFE28-FC34-45C0-B88A-FBEB1EB466CE}" dt="2026-01-18T20:34:46.819" v="4050"/>
          <ac:spMkLst>
            <pc:docMk/>
            <pc:sldMk cId="2066842212" sldId="390"/>
            <ac:spMk id="11" creationId="{A20F2B4A-3779-5117-666E-251FFB964B17}"/>
          </ac:spMkLst>
        </pc:spChg>
        <pc:picChg chg="del">
          <ac:chgData name="Mattis Schulte" userId="4c8895249569c71b" providerId="LiveId" clId="{4D5BFE28-FC34-45C0-B88A-FBEB1EB466CE}" dt="2026-01-18T20:29:43.508" v="3750" actId="478"/>
          <ac:picMkLst>
            <pc:docMk/>
            <pc:sldMk cId="2066842212" sldId="390"/>
            <ac:picMk id="6" creationId="{C2DC5801-BA5E-183C-DC95-AB750897CF3F}"/>
          </ac:picMkLst>
        </pc:picChg>
        <pc:picChg chg="add mod">
          <ac:chgData name="Mattis Schulte" userId="4c8895249569c71b" providerId="LiveId" clId="{4D5BFE28-FC34-45C0-B88A-FBEB1EB466CE}" dt="2026-01-18T20:30:00.042" v="3756" actId="12788"/>
          <ac:picMkLst>
            <pc:docMk/>
            <pc:sldMk cId="2066842212" sldId="390"/>
            <ac:picMk id="8" creationId="{DE3FB2A1-3A73-CF01-342B-F497AA3AFA86}"/>
          </ac:picMkLst>
        </pc:picChg>
      </pc:sldChg>
      <pc:sldChg chg="addSp delSp modSp add del mod">
        <pc:chgData name="Mattis Schulte" userId="4c8895249569c71b" providerId="LiveId" clId="{4D5BFE28-FC34-45C0-B88A-FBEB1EB466CE}" dt="2026-01-18T20:38:02.354" v="4128" actId="47"/>
        <pc:sldMkLst>
          <pc:docMk/>
          <pc:sldMk cId="875023346" sldId="391"/>
        </pc:sldMkLst>
        <pc:spChg chg="del">
          <ac:chgData name="Mattis Schulte" userId="4c8895249569c71b" providerId="LiveId" clId="{4D5BFE28-FC34-45C0-B88A-FBEB1EB466CE}" dt="2026-01-18T20:36:00.509" v="4066" actId="478"/>
          <ac:spMkLst>
            <pc:docMk/>
            <pc:sldMk cId="875023346" sldId="391"/>
            <ac:spMk id="2" creationId="{31408FDA-9917-C938-AA50-679F796655B1}"/>
          </ac:spMkLst>
        </pc:spChg>
        <pc:spChg chg="mod">
          <ac:chgData name="Mattis Schulte" userId="4c8895249569c71b" providerId="LiveId" clId="{4D5BFE28-FC34-45C0-B88A-FBEB1EB466CE}" dt="2026-01-18T20:36:23.854" v="4110" actId="21"/>
          <ac:spMkLst>
            <pc:docMk/>
            <pc:sldMk cId="875023346" sldId="391"/>
            <ac:spMk id="3" creationId="{692A4FE1-DA95-F4F8-9B9B-4168D6AB1852}"/>
          </ac:spMkLst>
        </pc:spChg>
        <pc:spChg chg="mod">
          <ac:chgData name="Mattis Schulte" userId="4c8895249569c71b" providerId="LiveId" clId="{4D5BFE28-FC34-45C0-B88A-FBEB1EB466CE}" dt="2026-01-18T20:36:09.893" v="4071" actId="20577"/>
          <ac:spMkLst>
            <pc:docMk/>
            <pc:sldMk cId="875023346" sldId="391"/>
            <ac:spMk id="4" creationId="{D7985799-D08F-3DF8-390B-520A95F6CA84}"/>
          </ac:spMkLst>
        </pc:spChg>
        <pc:spChg chg="del">
          <ac:chgData name="Mattis Schulte" userId="4c8895249569c71b" providerId="LiveId" clId="{4D5BFE28-FC34-45C0-B88A-FBEB1EB466CE}" dt="2026-01-18T20:35:58.883" v="4065" actId="478"/>
          <ac:spMkLst>
            <pc:docMk/>
            <pc:sldMk cId="875023346" sldId="391"/>
            <ac:spMk id="6" creationId="{2AD57599-4093-3714-B7F9-7DE8B48D65BC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8" creationId="{2E0F8DC0-389E-6E91-F315-1F0A8A34BAFB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10" creationId="{30132413-79DF-C5E1-D60F-C74D08FEE588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11" creationId="{22B4E34A-DAC2-654F-5CA5-357311874957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13" creationId="{93B7E41B-03AB-6A56-A3AB-8C9E3E7F9BC0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14" creationId="{2ABA68A0-D393-2553-5402-D40EFF19B893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15" creationId="{6C5F4A18-7D2B-5C9F-A54A-CC8CB2CAB803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16" creationId="{595B199A-84DC-4A01-91A6-6F398F0E3602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18" creationId="{5A4A40B7-F4D6-BA3A-22A5-DE1FFB89BF69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19" creationId="{9B443066-1DA5-4B35-5375-DF5B4E314639}"/>
          </ac:spMkLst>
        </pc:spChg>
        <pc:spChg chg="add mod">
          <ac:chgData name="Mattis Schulte" userId="4c8895249569c71b" providerId="LiveId" clId="{4D5BFE28-FC34-45C0-B88A-FBEB1EB466CE}" dt="2026-01-18T20:37:34.576" v="4121"/>
          <ac:spMkLst>
            <pc:docMk/>
            <pc:sldMk cId="875023346" sldId="391"/>
            <ac:spMk id="20" creationId="{598222E7-82B3-B36A-E4F3-3E7086EFAED7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22" creationId="{2AB95223-9660-E65A-2E00-1497B71A6782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23" creationId="{DA25DA7E-8BEE-FB6E-2678-4097C07ABE5B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24" creationId="{5DDD82B3-0A82-9A08-2D09-D360E47EA336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25" creationId="{B80219B3-6E98-B2D2-DFFC-730D76B17730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26" creationId="{2F6BE561-63C2-8029-118E-6BF1272CC6DD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27" creationId="{4BFED478-C0B8-039B-E158-37D34B6E33A8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28" creationId="{7EF6AE82-4DE8-9BDF-148F-7664D5074D79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30" creationId="{AAA58B03-C3E8-B802-3E2A-C5C84314A7D9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31" creationId="{C69A1404-5F8A-2C42-16CA-51173A3A51F2}"/>
          </ac:spMkLst>
        </pc:spChg>
        <pc:spChg chg="add mod">
          <ac:chgData name="Mattis Schulte" userId="4c8895249569c71b" providerId="LiveId" clId="{4D5BFE28-FC34-45C0-B88A-FBEB1EB466CE}" dt="2026-01-18T20:37:29.576" v="4115"/>
          <ac:spMkLst>
            <pc:docMk/>
            <pc:sldMk cId="875023346" sldId="391"/>
            <ac:spMk id="32" creationId="{65F2C02D-31B5-0EB3-B0BB-6BC1852AF716}"/>
          </ac:spMkLst>
        </pc:spChg>
        <pc:picChg chg="add del mod">
          <ac:chgData name="Mattis Schulte" userId="4c8895249569c71b" providerId="LiveId" clId="{4D5BFE28-FC34-45C0-B88A-FBEB1EB466CE}" dt="2026-01-18T20:37:33.969" v="4120" actId="1076"/>
          <ac:picMkLst>
            <pc:docMk/>
            <pc:sldMk cId="875023346" sldId="391"/>
            <ac:picMk id="33" creationId="{FB80A548-B6FA-A62C-2206-B200EEC9637E}"/>
          </ac:picMkLst>
        </pc:picChg>
      </pc:sldChg>
      <pc:sldChg chg="add del">
        <pc:chgData name="Mattis Schulte" userId="4c8895249569c71b" providerId="LiveId" clId="{4D5BFE28-FC34-45C0-B88A-FBEB1EB466CE}" dt="2026-01-18T20:35:56.559" v="4063"/>
        <pc:sldMkLst>
          <pc:docMk/>
          <pc:sldMk cId="1515575496" sldId="391"/>
        </pc:sldMkLst>
      </pc:sldChg>
      <pc:sldChg chg="new del">
        <pc:chgData name="Mattis Schulte" userId="4c8895249569c71b" providerId="LiveId" clId="{4D5BFE28-FC34-45C0-B88A-FBEB1EB466CE}" dt="2026-01-18T20:35:53.021" v="4061" actId="47"/>
        <pc:sldMkLst>
          <pc:docMk/>
          <pc:sldMk cId="2189822176" sldId="391"/>
        </pc:sldMkLst>
      </pc:sldChg>
      <pc:sldChg chg="new del">
        <pc:chgData name="Mattis Schulte" userId="4c8895249569c71b" providerId="LiveId" clId="{4D5BFE28-FC34-45C0-B88A-FBEB1EB466CE}" dt="2026-01-18T20:35:51.913" v="4060" actId="47"/>
        <pc:sldMkLst>
          <pc:docMk/>
          <pc:sldMk cId="2545870333" sldId="392"/>
        </pc:sldMkLst>
      </pc:sldChg>
      <pc:sldChg chg="addSp delSp modSp add mod ord">
        <pc:chgData name="Mattis Schulte" userId="4c8895249569c71b" providerId="LiveId" clId="{4D5BFE28-FC34-45C0-B88A-FBEB1EB466CE}" dt="2026-01-18T20:43:54.935" v="4439"/>
        <pc:sldMkLst>
          <pc:docMk/>
          <pc:sldMk cId="2604848500" sldId="392"/>
        </pc:sldMkLst>
        <pc:spChg chg="mod">
          <ac:chgData name="Mattis Schulte" userId="4c8895249569c71b" providerId="LiveId" clId="{4D5BFE28-FC34-45C0-B88A-FBEB1EB466CE}" dt="2026-01-18T20:39:04.221" v="4150" actId="1038"/>
          <ac:spMkLst>
            <pc:docMk/>
            <pc:sldMk cId="2604848500" sldId="392"/>
            <ac:spMk id="2" creationId="{3112A708-197C-FA36-C292-4175480F7B8E}"/>
          </ac:spMkLst>
        </pc:spChg>
        <pc:spChg chg="mod">
          <ac:chgData name="Mattis Schulte" userId="4c8895249569c71b" providerId="LiveId" clId="{4D5BFE28-FC34-45C0-B88A-FBEB1EB466CE}" dt="2026-01-18T20:43:54.935" v="4439"/>
          <ac:spMkLst>
            <pc:docMk/>
            <pc:sldMk cId="2604848500" sldId="392"/>
            <ac:spMk id="3" creationId="{95E1B13C-08A8-2CFE-25E5-FFF756A6FCC1}"/>
          </ac:spMkLst>
        </pc:spChg>
        <pc:spChg chg="mod">
          <ac:chgData name="Mattis Schulte" userId="4c8895249569c71b" providerId="LiveId" clId="{4D5BFE28-FC34-45C0-B88A-FBEB1EB466CE}" dt="2026-01-18T20:43:01.746" v="4424" actId="1036"/>
          <ac:spMkLst>
            <pc:docMk/>
            <pc:sldMk cId="2604848500" sldId="392"/>
            <ac:spMk id="4" creationId="{17769362-4F14-D5DC-27A8-121F5FCCCAF3}"/>
          </ac:spMkLst>
        </pc:spChg>
        <pc:spChg chg="mod">
          <ac:chgData name="Mattis Schulte" userId="4c8895249569c71b" providerId="LiveId" clId="{4D5BFE28-FC34-45C0-B88A-FBEB1EB466CE}" dt="2026-01-18T20:43:01.746" v="4424" actId="1036"/>
          <ac:spMkLst>
            <pc:docMk/>
            <pc:sldMk cId="2604848500" sldId="392"/>
            <ac:spMk id="6" creationId="{0FC51977-B67E-74D9-F600-2DA807E82690}"/>
          </ac:spMkLst>
        </pc:spChg>
        <pc:spChg chg="add del mod">
          <ac:chgData name="Mattis Schulte" userId="4c8895249569c71b" providerId="LiveId" clId="{4D5BFE28-FC34-45C0-B88A-FBEB1EB466CE}" dt="2026-01-18T20:38:55.726" v="4137" actId="478"/>
          <ac:spMkLst>
            <pc:docMk/>
            <pc:sldMk cId="2604848500" sldId="392"/>
            <ac:spMk id="7" creationId="{D5EE8EEE-7550-5791-C457-20928B79E1B9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8" creationId="{E5BB937D-4249-DF75-161B-32710C26234D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9" creationId="{4C060DFB-ADAE-1799-995B-1D012EFFB26B}"/>
          </ac:spMkLst>
        </pc:spChg>
        <pc:spChg chg="del">
          <ac:chgData name="Mattis Schulte" userId="4c8895249569c71b" providerId="LiveId" clId="{4D5BFE28-FC34-45C0-B88A-FBEB1EB466CE}" dt="2026-01-18T20:38:47.151" v="4129" actId="478"/>
          <ac:spMkLst>
            <pc:docMk/>
            <pc:sldMk cId="2604848500" sldId="392"/>
            <ac:spMk id="10" creationId="{038F6671-EF34-49AF-75E6-C679E5E3B2C6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11" creationId="{81CC53D7-AB42-C89D-31A2-08A3DA7FA107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12" creationId="{9D6EFF26-CB27-16BA-5EAF-27D331945E17}"/>
          </ac:spMkLst>
        </pc:spChg>
        <pc:spChg chg="del">
          <ac:chgData name="Mattis Schulte" userId="4c8895249569c71b" providerId="LiveId" clId="{4D5BFE28-FC34-45C0-B88A-FBEB1EB466CE}" dt="2026-01-18T20:38:47.151" v="4129" actId="478"/>
          <ac:spMkLst>
            <pc:docMk/>
            <pc:sldMk cId="2604848500" sldId="392"/>
            <ac:spMk id="13" creationId="{A85DBEEB-5103-9E17-BC5F-14B2A135258F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14" creationId="{A33E1B44-E0E0-A357-CE16-3AEF17F62F78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15" creationId="{2B3B0701-0AD5-322F-0247-65B8B2110850}"/>
          </ac:spMkLst>
        </pc:spChg>
        <pc:spChg chg="del">
          <ac:chgData name="Mattis Schulte" userId="4c8895249569c71b" providerId="LiveId" clId="{4D5BFE28-FC34-45C0-B88A-FBEB1EB466CE}" dt="2026-01-18T20:38:47.151" v="4129" actId="478"/>
          <ac:spMkLst>
            <pc:docMk/>
            <pc:sldMk cId="2604848500" sldId="392"/>
            <ac:spMk id="16" creationId="{193D6609-1529-6E9D-FA64-4B5808B821D8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17" creationId="{A8FC2DDC-5FC5-FDA8-AFF9-276B686B6AB7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18" creationId="{3CAA2158-DA78-55B5-D41B-F0BE896C43BC}"/>
          </ac:spMkLst>
        </pc:spChg>
        <pc:spChg chg="del">
          <ac:chgData name="Mattis Schulte" userId="4c8895249569c71b" providerId="LiveId" clId="{4D5BFE28-FC34-45C0-B88A-FBEB1EB466CE}" dt="2026-01-18T20:38:47.151" v="4129" actId="478"/>
          <ac:spMkLst>
            <pc:docMk/>
            <pc:sldMk cId="2604848500" sldId="392"/>
            <ac:spMk id="19" creationId="{6E00E578-0363-1E25-42E6-BA00D6D6EE7D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20" creationId="{98B4C4D3-46DC-71FE-923D-FF60C7405AF6}"/>
          </ac:spMkLst>
        </pc:spChg>
        <pc:spChg chg="mod">
          <ac:chgData name="Mattis Schulte" userId="4c8895249569c71b" providerId="LiveId" clId="{4D5BFE28-FC34-45C0-B88A-FBEB1EB466CE}" dt="2026-01-18T20:43:07.736" v="4435" actId="1036"/>
          <ac:spMkLst>
            <pc:docMk/>
            <pc:sldMk cId="2604848500" sldId="392"/>
            <ac:spMk id="21" creationId="{57442850-817E-258C-1A42-8DD1BD523BD7}"/>
          </ac:spMkLst>
        </pc:spChg>
        <pc:spChg chg="del">
          <ac:chgData name="Mattis Schulte" userId="4c8895249569c71b" providerId="LiveId" clId="{4D5BFE28-FC34-45C0-B88A-FBEB1EB466CE}" dt="2026-01-18T20:38:47.151" v="4129" actId="478"/>
          <ac:spMkLst>
            <pc:docMk/>
            <pc:sldMk cId="2604848500" sldId="392"/>
            <ac:spMk id="22" creationId="{91DF616B-DE9C-5644-DCC1-089234CC6506}"/>
          </ac:spMkLst>
        </pc:spChg>
        <pc:spChg chg="mod">
          <ac:chgData name="Mattis Schulte" userId="4c8895249569c71b" providerId="LiveId" clId="{4D5BFE28-FC34-45C0-B88A-FBEB1EB466CE}" dt="2026-01-18T20:43:01.746" v="4424" actId="1036"/>
          <ac:spMkLst>
            <pc:docMk/>
            <pc:sldMk cId="2604848500" sldId="392"/>
            <ac:spMk id="23" creationId="{5279F359-EAAA-6421-1A20-C605F310538B}"/>
          </ac:spMkLst>
        </pc:spChg>
        <pc:spChg chg="mod">
          <ac:chgData name="Mattis Schulte" userId="4c8895249569c71b" providerId="LiveId" clId="{4D5BFE28-FC34-45C0-B88A-FBEB1EB466CE}" dt="2026-01-18T20:43:02.291" v="4425" actId="1038"/>
          <ac:spMkLst>
            <pc:docMk/>
            <pc:sldMk cId="2604848500" sldId="392"/>
            <ac:spMk id="24" creationId="{CFE6583B-86F8-DA42-4BF2-3790745EB662}"/>
          </ac:spMkLst>
        </pc:spChg>
        <pc:spChg chg="del mod">
          <ac:chgData name="Mattis Schulte" userId="4c8895249569c71b" providerId="LiveId" clId="{4D5BFE28-FC34-45C0-B88A-FBEB1EB466CE}" dt="2026-01-18T20:38:49.379" v="4131" actId="478"/>
          <ac:spMkLst>
            <pc:docMk/>
            <pc:sldMk cId="2604848500" sldId="392"/>
            <ac:spMk id="25" creationId="{0E4AFA19-8B25-A2E9-938A-57E064AE3F27}"/>
          </ac:spMkLst>
        </pc:spChg>
        <pc:spChg chg="mod">
          <ac:chgData name="Mattis Schulte" userId="4c8895249569c71b" providerId="LiveId" clId="{4D5BFE28-FC34-45C0-B88A-FBEB1EB466CE}" dt="2026-01-18T20:37:58.810" v="4127" actId="20577"/>
          <ac:spMkLst>
            <pc:docMk/>
            <pc:sldMk cId="2604848500" sldId="392"/>
            <ac:spMk id="26" creationId="{A11B3693-3485-1709-30DA-28824D18BDA5}"/>
          </ac:spMkLst>
        </pc:spChg>
        <pc:spChg chg="add del mod">
          <ac:chgData name="Mattis Schulte" userId="4c8895249569c71b" providerId="LiveId" clId="{4D5BFE28-FC34-45C0-B88A-FBEB1EB466CE}" dt="2026-01-18T20:38:54.851" v="4136" actId="478"/>
          <ac:spMkLst>
            <pc:docMk/>
            <pc:sldMk cId="2604848500" sldId="392"/>
            <ac:spMk id="28" creationId="{6A809ADF-3D87-6178-421F-4F89CC146A76}"/>
          </ac:spMkLst>
        </pc:spChg>
        <pc:spChg chg="add del mod">
          <ac:chgData name="Mattis Schulte" userId="4c8895249569c71b" providerId="LiveId" clId="{4D5BFE28-FC34-45C0-B88A-FBEB1EB466CE}" dt="2026-01-18T20:38:54.262" v="4135" actId="478"/>
          <ac:spMkLst>
            <pc:docMk/>
            <pc:sldMk cId="2604848500" sldId="392"/>
            <ac:spMk id="30" creationId="{1B4B3CE6-FCB2-6344-7573-BEAB7E0A96AC}"/>
          </ac:spMkLst>
        </pc:spChg>
        <pc:spChg chg="add del mod">
          <ac:chgData name="Mattis Schulte" userId="4c8895249569c71b" providerId="LiveId" clId="{4D5BFE28-FC34-45C0-B88A-FBEB1EB466CE}" dt="2026-01-18T20:38:50.699" v="4132" actId="478"/>
          <ac:spMkLst>
            <pc:docMk/>
            <pc:sldMk cId="2604848500" sldId="392"/>
            <ac:spMk id="32" creationId="{A52ABABD-52D2-66D3-8036-E3116D1C1925}"/>
          </ac:spMkLst>
        </pc:spChg>
        <pc:spChg chg="add del mod">
          <ac:chgData name="Mattis Schulte" userId="4c8895249569c71b" providerId="LiveId" clId="{4D5BFE28-FC34-45C0-B88A-FBEB1EB466CE}" dt="2026-01-18T20:38:51.435" v="4133" actId="478"/>
          <ac:spMkLst>
            <pc:docMk/>
            <pc:sldMk cId="2604848500" sldId="392"/>
            <ac:spMk id="34" creationId="{4727E93C-326F-F27D-C64F-137374C5370A}"/>
          </ac:spMkLst>
        </pc:spChg>
        <pc:spChg chg="add del mod">
          <ac:chgData name="Mattis Schulte" userId="4c8895249569c71b" providerId="LiveId" clId="{4D5BFE28-FC34-45C0-B88A-FBEB1EB466CE}" dt="2026-01-18T20:38:53.200" v="4134" actId="478"/>
          <ac:spMkLst>
            <pc:docMk/>
            <pc:sldMk cId="2604848500" sldId="392"/>
            <ac:spMk id="36" creationId="{8B8008CD-A125-E462-ECAB-FC076940E75D}"/>
          </ac:spMkLst>
        </pc:spChg>
      </pc:sldChg>
      <pc:sldChg chg="add del">
        <pc:chgData name="Mattis Schulte" userId="4c8895249569c71b" providerId="LiveId" clId="{4D5BFE28-FC34-45C0-B88A-FBEB1EB466CE}" dt="2026-01-18T20:37:49.527" v="4123"/>
        <pc:sldMkLst>
          <pc:docMk/>
          <pc:sldMk cId="2932382567" sldId="392"/>
        </pc:sldMkLst>
      </pc:sldChg>
      <pc:sldChg chg="delSp mod">
        <pc:chgData name="Mattis Schulte" userId="4c8895249569c71b" providerId="LiveId" clId="{4D5BFE28-FC34-45C0-B88A-FBEB1EB466CE}" dt="2026-01-18T21:50:01.308" v="4500" actId="478"/>
        <pc:sldMkLst>
          <pc:docMk/>
          <pc:sldMk cId="1365494613" sldId="393"/>
        </pc:sldMkLst>
        <pc:spChg chg="del">
          <ac:chgData name="Mattis Schulte" userId="4c8895249569c71b" providerId="LiveId" clId="{4D5BFE28-FC34-45C0-B88A-FBEB1EB466CE}" dt="2026-01-18T21:50:01.308" v="4500" actId="478"/>
          <ac:spMkLst>
            <pc:docMk/>
            <pc:sldMk cId="1365494613" sldId="393"/>
            <ac:spMk id="3" creationId="{3FD8D409-79C6-8768-0CB0-DE0698DE57A0}"/>
          </ac:spMkLst>
        </pc:spChg>
        <pc:spChg chg="del">
          <ac:chgData name="Mattis Schulte" userId="4c8895249569c71b" providerId="LiveId" clId="{4D5BFE28-FC34-45C0-B88A-FBEB1EB466CE}" dt="2026-01-18T21:49:55.551" v="4498" actId="478"/>
          <ac:spMkLst>
            <pc:docMk/>
            <pc:sldMk cId="1365494613" sldId="393"/>
            <ac:spMk id="7" creationId="{9C49795A-FC39-C2B3-2EEF-84C5B4965765}"/>
          </ac:spMkLst>
        </pc:spChg>
      </pc:sldChg>
      <pc:sldChg chg="delSp mod">
        <pc:chgData name="Mattis Schulte" userId="4c8895249569c71b" providerId="LiveId" clId="{4D5BFE28-FC34-45C0-B88A-FBEB1EB466CE}" dt="2026-01-18T21:50:04.085" v="4501" actId="478"/>
        <pc:sldMkLst>
          <pc:docMk/>
          <pc:sldMk cId="239678360" sldId="394"/>
        </pc:sldMkLst>
        <pc:spChg chg="del">
          <ac:chgData name="Mattis Schulte" userId="4c8895249569c71b" providerId="LiveId" clId="{4D5BFE28-FC34-45C0-B88A-FBEB1EB466CE}" dt="2026-01-18T21:50:04.085" v="4501" actId="478"/>
          <ac:spMkLst>
            <pc:docMk/>
            <pc:sldMk cId="239678360" sldId="394"/>
            <ac:spMk id="3" creationId="{641C664D-72FA-494F-892C-CECDE25CB015}"/>
          </ac:spMkLst>
        </pc:spChg>
        <pc:spChg chg="del">
          <ac:chgData name="Mattis Schulte" userId="4c8895249569c71b" providerId="LiveId" clId="{4D5BFE28-FC34-45C0-B88A-FBEB1EB466CE}" dt="2026-01-18T21:49:57.759" v="4499" actId="478"/>
          <ac:spMkLst>
            <pc:docMk/>
            <pc:sldMk cId="239678360" sldId="394"/>
            <ac:spMk id="7" creationId="{9081CEE4-5AD7-A58B-A31E-2B77A1B9B024}"/>
          </ac:spMkLst>
        </pc:spChg>
      </pc:sldChg>
      <pc:sldChg chg="delSp modSp mod">
        <pc:chgData name="Mattis Schulte" userId="4c8895249569c71b" providerId="LiveId" clId="{4D5BFE28-FC34-45C0-B88A-FBEB1EB466CE}" dt="2026-01-18T21:50:08.440" v="4504" actId="478"/>
        <pc:sldMkLst>
          <pc:docMk/>
          <pc:sldMk cId="2587820453" sldId="395"/>
        </pc:sldMkLst>
        <pc:spChg chg="del mod">
          <ac:chgData name="Mattis Schulte" userId="4c8895249569c71b" providerId="LiveId" clId="{4D5BFE28-FC34-45C0-B88A-FBEB1EB466CE}" dt="2026-01-18T21:50:07.617" v="4503" actId="478"/>
          <ac:spMkLst>
            <pc:docMk/>
            <pc:sldMk cId="2587820453" sldId="395"/>
            <ac:spMk id="3" creationId="{B8D8132D-4672-9092-9CD8-A34250DAEBC3}"/>
          </ac:spMkLst>
        </pc:spChg>
        <pc:spChg chg="del">
          <ac:chgData name="Mattis Schulte" userId="4c8895249569c71b" providerId="LiveId" clId="{4D5BFE28-FC34-45C0-B88A-FBEB1EB466CE}" dt="2026-01-18T21:50:08.440" v="4504" actId="478"/>
          <ac:spMkLst>
            <pc:docMk/>
            <pc:sldMk cId="2587820453" sldId="395"/>
            <ac:spMk id="7" creationId="{1C7F2ADB-2930-A8D6-B686-A21440F0C2B8}"/>
          </ac:spMkLst>
        </pc:spChg>
      </pc:sldChg>
      <pc:sldChg chg="new del">
        <pc:chgData name="Mattis Schulte" userId="4c8895249569c71b" providerId="LiveId" clId="{4D5BFE28-FC34-45C0-B88A-FBEB1EB466CE}" dt="2026-01-18T21:39:25.904" v="4482" actId="47"/>
        <pc:sldMkLst>
          <pc:docMk/>
          <pc:sldMk cId="2055673036" sldId="396"/>
        </pc:sldMkLst>
      </pc:sldChg>
      <pc:sldChg chg="addSp delSp modSp add mod ord">
        <pc:chgData name="Mattis Schulte" userId="4c8895249569c71b" providerId="LiveId" clId="{4D5BFE28-FC34-45C0-B88A-FBEB1EB466CE}" dt="2026-01-18T21:49:44.460" v="4497" actId="12788"/>
        <pc:sldMkLst>
          <pc:docMk/>
          <pc:sldMk cId="1167583007" sldId="397"/>
        </pc:sldMkLst>
        <pc:spChg chg="add">
          <ac:chgData name="Mattis Schulte" userId="4c8895249569c71b" providerId="LiveId" clId="{4D5BFE28-FC34-45C0-B88A-FBEB1EB466CE}" dt="2026-01-18T21:39:34.229" v="4484"/>
          <ac:spMkLst>
            <pc:docMk/>
            <pc:sldMk cId="1167583007" sldId="397"/>
            <ac:spMk id="2" creationId="{AB4133C2-E257-9CDA-AA16-2E67D5151765}"/>
          </ac:spMkLst>
        </pc:spChg>
        <pc:spChg chg="add">
          <ac:chgData name="Mattis Schulte" userId="4c8895249569c71b" providerId="LiveId" clId="{4D5BFE28-FC34-45C0-B88A-FBEB1EB466CE}" dt="2026-01-18T21:39:37.787" v="4485"/>
          <ac:spMkLst>
            <pc:docMk/>
            <pc:sldMk cId="1167583007" sldId="397"/>
            <ac:spMk id="6" creationId="{FF8D24EE-DF4E-5EA4-26FA-9EFCE31DB2A1}"/>
          </ac:spMkLst>
        </pc:spChg>
        <pc:picChg chg="add del mod">
          <ac:chgData name="Mattis Schulte" userId="4c8895249569c71b" providerId="LiveId" clId="{4D5BFE28-FC34-45C0-B88A-FBEB1EB466CE}" dt="2026-01-18T21:49:23.694" v="4489" actId="478"/>
          <ac:picMkLst>
            <pc:docMk/>
            <pc:sldMk cId="1167583007" sldId="397"/>
            <ac:picMk id="10" creationId="{9FF88AA1-1C03-0DA1-C91E-7923DC408C02}"/>
          </ac:picMkLst>
        </pc:picChg>
        <pc:picChg chg="del">
          <ac:chgData name="Mattis Schulte" userId="4c8895249569c71b" providerId="LiveId" clId="{4D5BFE28-FC34-45C0-B88A-FBEB1EB466CE}" dt="2026-01-18T21:39:31.388" v="4483" actId="478"/>
          <ac:picMkLst>
            <pc:docMk/>
            <pc:sldMk cId="1167583007" sldId="397"/>
            <ac:picMk id="11" creationId="{222A6661-BB5C-85DB-4DAD-BDF48D0E7C39}"/>
          </ac:picMkLst>
        </pc:picChg>
        <pc:picChg chg="add mod">
          <ac:chgData name="Mattis Schulte" userId="4c8895249569c71b" providerId="LiveId" clId="{4D5BFE28-FC34-45C0-B88A-FBEB1EB466CE}" dt="2026-01-18T21:49:44.460" v="4497" actId="12788"/>
          <ac:picMkLst>
            <pc:docMk/>
            <pc:sldMk cId="1167583007" sldId="397"/>
            <ac:picMk id="13" creationId="{E32037EF-B1BF-642B-572D-E25E00598720}"/>
          </ac:picMkLst>
        </pc:picChg>
      </pc:sldChg>
      <pc:sldChg chg="add del">
        <pc:chgData name="Mattis Schulte" userId="4c8895249569c71b" providerId="LiveId" clId="{4D5BFE28-FC34-45C0-B88A-FBEB1EB466CE}" dt="2026-01-18T21:39:24.878" v="4480"/>
        <pc:sldMkLst>
          <pc:docMk/>
          <pc:sldMk cId="3979002734" sldId="397"/>
        </pc:sldMkLst>
      </pc:sldChg>
      <pc:sldMasterChg chg="delSldLayout">
        <pc:chgData name="Mattis Schulte" userId="4c8895249569c71b" providerId="LiveId" clId="{4D5BFE28-FC34-45C0-B88A-FBEB1EB466CE}" dt="2026-01-18T17:33:07.810" v="0" actId="47"/>
        <pc:sldMasterMkLst>
          <pc:docMk/>
          <pc:sldMasterMk cId="2615922609" sldId="2147483648"/>
        </pc:sldMasterMkLst>
        <pc:sldLayoutChg chg="del">
          <pc:chgData name="Mattis Schulte" userId="4c8895249569c71b" providerId="LiveId" clId="{4D5BFE28-FC34-45C0-B88A-FBEB1EB466CE}" dt="2026-01-18T17:33:07.810" v="0" actId="47"/>
          <pc:sldLayoutMkLst>
            <pc:docMk/>
            <pc:sldMasterMk cId="2615922609" sldId="2147483648"/>
            <pc:sldLayoutMk cId="3708187868" sldId="2147483973"/>
          </pc:sldLayoutMkLst>
        </pc:sldLayoutChg>
      </pc:sldMasterChg>
    </pc:docChg>
  </pc:docChgLst>
  <pc:docChgLst>
    <pc:chgData name="Gastbenutzer" providerId="Windows Live" clId="Web-{3C3C36A6-0302-15F5-F0F8-94B4D43BACF0}"/>
    <pc:docChg chg="addSld delSld modSld sldOrd modSection">
      <pc:chgData name="Gastbenutzer" userId="" providerId="Windows Live" clId="Web-{3C3C36A6-0302-15F5-F0F8-94B4D43BACF0}" dt="2026-01-18T20:59:45.793" v="1886" actId="20577"/>
      <pc:docMkLst>
        <pc:docMk/>
      </pc:docMkLst>
      <pc:sldChg chg="del">
        <pc:chgData name="Gastbenutzer" userId="" providerId="Windows Live" clId="Web-{3C3C36A6-0302-15F5-F0F8-94B4D43BACF0}" dt="2026-01-18T19:14:06.122" v="32"/>
        <pc:sldMkLst>
          <pc:docMk/>
          <pc:sldMk cId="1515842931" sldId="261"/>
        </pc:sldMkLst>
      </pc:sldChg>
      <pc:sldChg chg="del">
        <pc:chgData name="Gastbenutzer" userId="" providerId="Windows Live" clId="Web-{3C3C36A6-0302-15F5-F0F8-94B4D43BACF0}" dt="2026-01-18T19:14:05.325" v="27"/>
        <pc:sldMkLst>
          <pc:docMk/>
          <pc:sldMk cId="1290116533" sldId="265"/>
        </pc:sldMkLst>
      </pc:sldChg>
      <pc:sldChg chg="del">
        <pc:chgData name="Gastbenutzer" userId="" providerId="Windows Live" clId="Web-{3C3C36A6-0302-15F5-F0F8-94B4D43BACF0}" dt="2026-01-18T19:14:06.107" v="29"/>
        <pc:sldMkLst>
          <pc:docMk/>
          <pc:sldMk cId="3056059690" sldId="266"/>
        </pc:sldMkLst>
      </pc:sldChg>
      <pc:sldChg chg="del">
        <pc:chgData name="Gastbenutzer" userId="" providerId="Windows Live" clId="Web-{3C3C36A6-0302-15F5-F0F8-94B4D43BACF0}" dt="2026-01-18T19:14:05.278" v="21"/>
        <pc:sldMkLst>
          <pc:docMk/>
          <pc:sldMk cId="71179967" sldId="269"/>
        </pc:sldMkLst>
      </pc:sldChg>
      <pc:sldChg chg="del">
        <pc:chgData name="Gastbenutzer" userId="" providerId="Windows Live" clId="Web-{3C3C36A6-0302-15F5-F0F8-94B4D43BACF0}" dt="2026-01-18T19:14:05.278" v="19"/>
        <pc:sldMkLst>
          <pc:docMk/>
          <pc:sldMk cId="2297743803" sldId="270"/>
        </pc:sldMkLst>
      </pc:sldChg>
      <pc:sldChg chg="del">
        <pc:chgData name="Gastbenutzer" userId="" providerId="Windows Live" clId="Web-{3C3C36A6-0302-15F5-F0F8-94B4D43BACF0}" dt="2026-01-18T19:14:05.138" v="7"/>
        <pc:sldMkLst>
          <pc:docMk/>
          <pc:sldMk cId="1605080631" sldId="274"/>
        </pc:sldMkLst>
      </pc:sldChg>
      <pc:sldChg chg="del">
        <pc:chgData name="Gastbenutzer" userId="" providerId="Windows Live" clId="Web-{3C3C36A6-0302-15F5-F0F8-94B4D43BACF0}" dt="2026-01-18T19:14:06.138" v="36"/>
        <pc:sldMkLst>
          <pc:docMk/>
          <pc:sldMk cId="2840659967" sldId="275"/>
        </pc:sldMkLst>
      </pc:sldChg>
      <pc:sldChg chg="mod modShow">
        <pc:chgData name="Gastbenutzer" userId="" providerId="Windows Live" clId="Web-{3C3C36A6-0302-15F5-F0F8-94B4D43BACF0}" dt="2026-01-18T19:14:16.966" v="44"/>
        <pc:sldMkLst>
          <pc:docMk/>
          <pc:sldMk cId="0" sldId="289"/>
        </pc:sldMkLst>
      </pc:sldChg>
      <pc:sldChg chg="del">
        <pc:chgData name="Gastbenutzer" userId="" providerId="Windows Live" clId="Web-{3C3C36A6-0302-15F5-F0F8-94B4D43BACF0}" dt="2026-01-18T19:14:05.153" v="12"/>
        <pc:sldMkLst>
          <pc:docMk/>
          <pc:sldMk cId="2275180836" sldId="294"/>
        </pc:sldMkLst>
      </pc:sldChg>
      <pc:sldChg chg="del">
        <pc:chgData name="Gastbenutzer" userId="" providerId="Windows Live" clId="Web-{3C3C36A6-0302-15F5-F0F8-94B4D43BACF0}" dt="2026-01-18T19:14:05.294" v="23"/>
        <pc:sldMkLst>
          <pc:docMk/>
          <pc:sldMk cId="1057273329" sldId="295"/>
        </pc:sldMkLst>
      </pc:sldChg>
      <pc:sldChg chg="del">
        <pc:chgData name="Gastbenutzer" userId="" providerId="Windows Live" clId="Web-{3C3C36A6-0302-15F5-F0F8-94B4D43BACF0}" dt="2026-01-18T19:14:05.107" v="3"/>
        <pc:sldMkLst>
          <pc:docMk/>
          <pc:sldMk cId="472399836" sldId="296"/>
        </pc:sldMkLst>
      </pc:sldChg>
      <pc:sldChg chg="del">
        <pc:chgData name="Gastbenutzer" userId="" providerId="Windows Live" clId="Web-{3C3C36A6-0302-15F5-F0F8-94B4D43BACF0}" dt="2026-01-18T19:14:05.138" v="9"/>
        <pc:sldMkLst>
          <pc:docMk/>
          <pc:sldMk cId="2973435518" sldId="298"/>
        </pc:sldMkLst>
      </pc:sldChg>
      <pc:sldChg chg="del">
        <pc:chgData name="Gastbenutzer" userId="" providerId="Windows Live" clId="Web-{3C3C36A6-0302-15F5-F0F8-94B4D43BACF0}" dt="2026-01-18T19:14:05.247" v="16"/>
        <pc:sldMkLst>
          <pc:docMk/>
          <pc:sldMk cId="4229754482" sldId="299"/>
        </pc:sldMkLst>
      </pc:sldChg>
      <pc:sldChg chg="del">
        <pc:chgData name="Gastbenutzer" userId="" providerId="Windows Live" clId="Web-{3C3C36A6-0302-15F5-F0F8-94B4D43BACF0}" dt="2026-01-18T19:14:06.169" v="43"/>
        <pc:sldMkLst>
          <pc:docMk/>
          <pc:sldMk cId="3527206083" sldId="300"/>
        </pc:sldMkLst>
      </pc:sldChg>
      <pc:sldChg chg="del">
        <pc:chgData name="Gastbenutzer" userId="" providerId="Windows Live" clId="Web-{3C3C36A6-0302-15F5-F0F8-94B4D43BACF0}" dt="2026-01-18T19:14:05.169" v="15"/>
        <pc:sldMkLst>
          <pc:docMk/>
          <pc:sldMk cId="53769855" sldId="301"/>
        </pc:sldMkLst>
      </pc:sldChg>
      <pc:sldChg chg="mod modShow">
        <pc:chgData name="Gastbenutzer" userId="" providerId="Windows Live" clId="Web-{3C3C36A6-0302-15F5-F0F8-94B4D43BACF0}" dt="2026-01-18T19:14:17.185" v="45"/>
        <pc:sldMkLst>
          <pc:docMk/>
          <pc:sldMk cId="1177522649" sldId="302"/>
        </pc:sldMkLst>
      </pc:sldChg>
      <pc:sldChg chg="mod modShow">
        <pc:chgData name="Gastbenutzer" userId="" providerId="Windows Live" clId="Web-{3C3C36A6-0302-15F5-F0F8-94B4D43BACF0}" dt="2026-01-18T19:14:18.357" v="48"/>
        <pc:sldMkLst>
          <pc:docMk/>
          <pc:sldMk cId="361167365" sldId="303"/>
        </pc:sldMkLst>
      </pc:sldChg>
      <pc:sldChg chg="mod modShow">
        <pc:chgData name="Gastbenutzer" userId="" providerId="Windows Live" clId="Web-{3C3C36A6-0302-15F5-F0F8-94B4D43BACF0}" dt="2026-01-18T19:14:19.326" v="50"/>
        <pc:sldMkLst>
          <pc:docMk/>
          <pc:sldMk cId="1962959115" sldId="304"/>
        </pc:sldMkLst>
      </pc:sldChg>
      <pc:sldChg chg="mod modShow">
        <pc:chgData name="Gastbenutzer" userId="" providerId="Windows Live" clId="Web-{3C3C36A6-0302-15F5-F0F8-94B4D43BACF0}" dt="2026-01-18T19:14:19.998" v="51"/>
        <pc:sldMkLst>
          <pc:docMk/>
          <pc:sldMk cId="90335188" sldId="305"/>
        </pc:sldMkLst>
      </pc:sldChg>
      <pc:sldChg chg="mod modShow">
        <pc:chgData name="Gastbenutzer" userId="" providerId="Windows Live" clId="Web-{3C3C36A6-0302-15F5-F0F8-94B4D43BACF0}" dt="2026-01-18T19:14:18.638" v="49"/>
        <pc:sldMkLst>
          <pc:docMk/>
          <pc:sldMk cId="130001951" sldId="306"/>
        </pc:sldMkLst>
      </pc:sldChg>
      <pc:sldChg chg="del">
        <pc:chgData name="Gastbenutzer" userId="" providerId="Windows Live" clId="Web-{3C3C36A6-0302-15F5-F0F8-94B4D43BACF0}" dt="2026-01-18T19:14:06.138" v="37"/>
        <pc:sldMkLst>
          <pc:docMk/>
          <pc:sldMk cId="3222009856" sldId="307"/>
        </pc:sldMkLst>
      </pc:sldChg>
      <pc:sldChg chg="del">
        <pc:chgData name="Gastbenutzer" userId="" providerId="Windows Live" clId="Web-{3C3C36A6-0302-15F5-F0F8-94B4D43BACF0}" dt="2026-01-18T19:14:06.138" v="38"/>
        <pc:sldMkLst>
          <pc:docMk/>
          <pc:sldMk cId="3145716535" sldId="308"/>
        </pc:sldMkLst>
      </pc:sldChg>
      <pc:sldChg chg="del">
        <pc:chgData name="Gastbenutzer" userId="" providerId="Windows Live" clId="Web-{3C3C36A6-0302-15F5-F0F8-94B4D43BACF0}" dt="2026-01-18T19:14:05.138" v="8"/>
        <pc:sldMkLst>
          <pc:docMk/>
          <pc:sldMk cId="230796397" sldId="313"/>
        </pc:sldMkLst>
      </pc:sldChg>
      <pc:sldChg chg="del">
        <pc:chgData name="Gastbenutzer" userId="" providerId="Windows Live" clId="Web-{3C3C36A6-0302-15F5-F0F8-94B4D43BACF0}" dt="2026-01-18T19:14:05.091" v="0"/>
        <pc:sldMkLst>
          <pc:docMk/>
          <pc:sldMk cId="2564744617" sldId="315"/>
        </pc:sldMkLst>
      </pc:sldChg>
      <pc:sldChg chg="del">
        <pc:chgData name="Gastbenutzer" userId="" providerId="Windows Live" clId="Web-{3C3C36A6-0302-15F5-F0F8-94B4D43BACF0}" dt="2026-01-18T19:14:05.107" v="2"/>
        <pc:sldMkLst>
          <pc:docMk/>
          <pc:sldMk cId="3314813745" sldId="316"/>
        </pc:sldMkLst>
      </pc:sldChg>
      <pc:sldChg chg="mod modShow">
        <pc:chgData name="Gastbenutzer" userId="" providerId="Windows Live" clId="Web-{3C3C36A6-0302-15F5-F0F8-94B4D43BACF0}" dt="2026-01-18T19:14:17.357" v="46"/>
        <pc:sldMkLst>
          <pc:docMk/>
          <pc:sldMk cId="1435394816" sldId="318"/>
        </pc:sldMkLst>
      </pc:sldChg>
      <pc:sldChg chg="mod modShow">
        <pc:chgData name="Gastbenutzer" userId="" providerId="Windows Live" clId="Web-{3C3C36A6-0302-15F5-F0F8-94B4D43BACF0}" dt="2026-01-18T19:14:17.623" v="47"/>
        <pc:sldMkLst>
          <pc:docMk/>
          <pc:sldMk cId="1571348011" sldId="320"/>
        </pc:sldMkLst>
      </pc:sldChg>
      <pc:sldChg chg="del">
        <pc:chgData name="Gastbenutzer" userId="" providerId="Windows Live" clId="Web-{3C3C36A6-0302-15F5-F0F8-94B4D43BACF0}" dt="2026-01-18T19:14:05.122" v="4"/>
        <pc:sldMkLst>
          <pc:docMk/>
          <pc:sldMk cId="2715988908" sldId="323"/>
        </pc:sldMkLst>
      </pc:sldChg>
      <pc:sldChg chg="del">
        <pc:chgData name="Gastbenutzer" userId="" providerId="Windows Live" clId="Web-{3C3C36A6-0302-15F5-F0F8-94B4D43BACF0}" dt="2026-01-18T19:14:06.169" v="42"/>
        <pc:sldMkLst>
          <pc:docMk/>
          <pc:sldMk cId="2103933090" sldId="327"/>
        </pc:sldMkLst>
      </pc:sldChg>
      <pc:sldChg chg="del">
        <pc:chgData name="Gastbenutzer" userId="" providerId="Windows Live" clId="Web-{3C3C36A6-0302-15F5-F0F8-94B4D43BACF0}" dt="2026-01-18T19:14:06.153" v="41"/>
        <pc:sldMkLst>
          <pc:docMk/>
          <pc:sldMk cId="1589967616" sldId="328"/>
        </pc:sldMkLst>
      </pc:sldChg>
      <pc:sldChg chg="del">
        <pc:chgData name="Gastbenutzer" userId="" providerId="Windows Live" clId="Web-{3C3C36A6-0302-15F5-F0F8-94B4D43BACF0}" dt="2026-01-18T19:14:05.310" v="25"/>
        <pc:sldMkLst>
          <pc:docMk/>
          <pc:sldMk cId="278304300" sldId="329"/>
        </pc:sldMkLst>
      </pc:sldChg>
      <pc:sldChg chg="del">
        <pc:chgData name="Gastbenutzer" userId="" providerId="Windows Live" clId="Web-{3C3C36A6-0302-15F5-F0F8-94B4D43BACF0}" dt="2026-01-18T19:14:05.294" v="22"/>
        <pc:sldMkLst>
          <pc:docMk/>
          <pc:sldMk cId="1541704768" sldId="330"/>
        </pc:sldMkLst>
      </pc:sldChg>
      <pc:sldChg chg="del">
        <pc:chgData name="Gastbenutzer" userId="" providerId="Windows Live" clId="Web-{3C3C36A6-0302-15F5-F0F8-94B4D43BACF0}" dt="2026-01-18T19:14:05.263" v="18"/>
        <pc:sldMkLst>
          <pc:docMk/>
          <pc:sldMk cId="87509516" sldId="331"/>
        </pc:sldMkLst>
      </pc:sldChg>
      <pc:sldChg chg="del">
        <pc:chgData name="Gastbenutzer" userId="" providerId="Windows Live" clId="Web-{3C3C36A6-0302-15F5-F0F8-94B4D43BACF0}" dt="2026-01-18T19:14:05.325" v="26"/>
        <pc:sldMkLst>
          <pc:docMk/>
          <pc:sldMk cId="99141487" sldId="333"/>
        </pc:sldMkLst>
      </pc:sldChg>
      <pc:sldChg chg="del">
        <pc:chgData name="Gastbenutzer" userId="" providerId="Windows Live" clId="Web-{3C3C36A6-0302-15F5-F0F8-94B4D43BACF0}" dt="2026-01-18T19:14:05.294" v="24"/>
        <pc:sldMkLst>
          <pc:docMk/>
          <pc:sldMk cId="3342337786" sldId="334"/>
        </pc:sldMkLst>
      </pc:sldChg>
      <pc:sldChg chg="del">
        <pc:chgData name="Gastbenutzer" userId="" providerId="Windows Live" clId="Web-{3C3C36A6-0302-15F5-F0F8-94B4D43BACF0}" dt="2026-01-18T19:14:05.278" v="20"/>
        <pc:sldMkLst>
          <pc:docMk/>
          <pc:sldMk cId="991309489" sldId="335"/>
        </pc:sldMkLst>
      </pc:sldChg>
      <pc:sldChg chg="del">
        <pc:chgData name="Gastbenutzer" userId="" providerId="Windows Live" clId="Web-{3C3C36A6-0302-15F5-F0F8-94B4D43BACF0}" dt="2026-01-18T19:14:05.107" v="1"/>
        <pc:sldMkLst>
          <pc:docMk/>
          <pc:sldMk cId="3675601350" sldId="339"/>
        </pc:sldMkLst>
      </pc:sldChg>
      <pc:sldChg chg="del">
        <pc:chgData name="Gastbenutzer" userId="" providerId="Windows Live" clId="Web-{3C3C36A6-0302-15F5-F0F8-94B4D43BACF0}" dt="2026-01-18T19:14:06.107" v="31"/>
        <pc:sldMkLst>
          <pc:docMk/>
          <pc:sldMk cId="2679512155" sldId="340"/>
        </pc:sldMkLst>
      </pc:sldChg>
      <pc:sldChg chg="del">
        <pc:chgData name="Gastbenutzer" userId="" providerId="Windows Live" clId="Web-{3C3C36A6-0302-15F5-F0F8-94B4D43BACF0}" dt="2026-01-18T19:14:06.138" v="35"/>
        <pc:sldMkLst>
          <pc:docMk/>
          <pc:sldMk cId="3772070012" sldId="341"/>
        </pc:sldMkLst>
      </pc:sldChg>
      <pc:sldChg chg="del">
        <pc:chgData name="Gastbenutzer" userId="" providerId="Windows Live" clId="Web-{3C3C36A6-0302-15F5-F0F8-94B4D43BACF0}" dt="2026-01-18T19:14:06.122" v="34"/>
        <pc:sldMkLst>
          <pc:docMk/>
          <pc:sldMk cId="2296673464" sldId="342"/>
        </pc:sldMkLst>
      </pc:sldChg>
      <pc:sldChg chg="del">
        <pc:chgData name="Gastbenutzer" userId="" providerId="Windows Live" clId="Web-{3C3C36A6-0302-15F5-F0F8-94B4D43BACF0}" dt="2026-01-18T19:14:06.122" v="33"/>
        <pc:sldMkLst>
          <pc:docMk/>
          <pc:sldMk cId="3425574876" sldId="343"/>
        </pc:sldMkLst>
      </pc:sldChg>
      <pc:sldChg chg="del">
        <pc:chgData name="Gastbenutzer" userId="" providerId="Windows Live" clId="Web-{3C3C36A6-0302-15F5-F0F8-94B4D43BACF0}" dt="2026-01-18T19:14:06.107" v="30"/>
        <pc:sldMkLst>
          <pc:docMk/>
          <pc:sldMk cId="2177715568" sldId="344"/>
        </pc:sldMkLst>
      </pc:sldChg>
      <pc:sldChg chg="del">
        <pc:chgData name="Gastbenutzer" userId="" providerId="Windows Live" clId="Web-{3C3C36A6-0302-15F5-F0F8-94B4D43BACF0}" dt="2026-01-18T19:14:05.341" v="28"/>
        <pc:sldMkLst>
          <pc:docMk/>
          <pc:sldMk cId="2579946466" sldId="345"/>
        </pc:sldMkLst>
      </pc:sldChg>
      <pc:sldChg chg="del">
        <pc:chgData name="Gastbenutzer" userId="" providerId="Windows Live" clId="Web-{3C3C36A6-0302-15F5-F0F8-94B4D43BACF0}" dt="2026-01-18T19:14:05.169" v="14"/>
        <pc:sldMkLst>
          <pc:docMk/>
          <pc:sldMk cId="3761851012" sldId="346"/>
        </pc:sldMkLst>
      </pc:sldChg>
      <pc:sldChg chg="del">
        <pc:chgData name="Gastbenutzer" userId="" providerId="Windows Live" clId="Web-{3C3C36A6-0302-15F5-F0F8-94B4D43BACF0}" dt="2026-01-18T19:14:05.263" v="17"/>
        <pc:sldMkLst>
          <pc:docMk/>
          <pc:sldMk cId="4050240504" sldId="347"/>
        </pc:sldMkLst>
      </pc:sldChg>
      <pc:sldChg chg="del">
        <pc:chgData name="Gastbenutzer" userId="" providerId="Windows Live" clId="Web-{3C3C36A6-0302-15F5-F0F8-94B4D43BACF0}" dt="2026-01-18T19:14:05.153" v="13"/>
        <pc:sldMkLst>
          <pc:docMk/>
          <pc:sldMk cId="2561376377" sldId="348"/>
        </pc:sldMkLst>
      </pc:sldChg>
      <pc:sldChg chg="del">
        <pc:chgData name="Gastbenutzer" userId="" providerId="Windows Live" clId="Web-{3C3C36A6-0302-15F5-F0F8-94B4D43BACF0}" dt="2026-01-18T19:14:05.153" v="10"/>
        <pc:sldMkLst>
          <pc:docMk/>
          <pc:sldMk cId="4111320475" sldId="349"/>
        </pc:sldMkLst>
      </pc:sldChg>
      <pc:sldChg chg="del">
        <pc:chgData name="Gastbenutzer" userId="" providerId="Windows Live" clId="Web-{3C3C36A6-0302-15F5-F0F8-94B4D43BACF0}" dt="2026-01-18T19:14:05.153" v="11"/>
        <pc:sldMkLst>
          <pc:docMk/>
          <pc:sldMk cId="454638756" sldId="350"/>
        </pc:sldMkLst>
      </pc:sldChg>
      <pc:sldChg chg="del">
        <pc:chgData name="Gastbenutzer" userId="" providerId="Windows Live" clId="Web-{3C3C36A6-0302-15F5-F0F8-94B4D43BACF0}" dt="2026-01-18T19:14:06.153" v="40"/>
        <pc:sldMkLst>
          <pc:docMk/>
          <pc:sldMk cId="2065066888" sldId="351"/>
        </pc:sldMkLst>
      </pc:sldChg>
      <pc:sldChg chg="del">
        <pc:chgData name="Gastbenutzer" userId="" providerId="Windows Live" clId="Web-{3C3C36A6-0302-15F5-F0F8-94B4D43BACF0}" dt="2026-01-18T19:14:06.153" v="39"/>
        <pc:sldMkLst>
          <pc:docMk/>
          <pc:sldMk cId="1439177587" sldId="352"/>
        </pc:sldMkLst>
      </pc:sldChg>
      <pc:sldChg chg="del">
        <pc:chgData name="Gastbenutzer" userId="" providerId="Windows Live" clId="Web-{3C3C36A6-0302-15F5-F0F8-94B4D43BACF0}" dt="2026-01-18T19:14:05.122" v="5"/>
        <pc:sldMkLst>
          <pc:docMk/>
          <pc:sldMk cId="3409926878" sldId="357"/>
        </pc:sldMkLst>
      </pc:sldChg>
      <pc:sldChg chg="del">
        <pc:chgData name="Gastbenutzer" userId="" providerId="Windows Live" clId="Web-{3C3C36A6-0302-15F5-F0F8-94B4D43BACF0}" dt="2026-01-18T19:14:05.122" v="6"/>
        <pc:sldMkLst>
          <pc:docMk/>
          <pc:sldMk cId="2484379412" sldId="358"/>
        </pc:sldMkLst>
      </pc:sldChg>
      <pc:sldChg chg="addSp delSp modSp new mod ord modClrScheme chgLayout">
        <pc:chgData name="Gastbenutzer" userId="" providerId="Windows Live" clId="Web-{3C3C36A6-0302-15F5-F0F8-94B4D43BACF0}" dt="2026-01-18T19:16:32.066" v="85" actId="20577"/>
        <pc:sldMkLst>
          <pc:docMk/>
          <pc:sldMk cId="1331378480" sldId="368"/>
        </pc:sldMkLst>
        <pc:spChg chg="del mod ord">
          <ac:chgData name="Gastbenutzer" userId="" providerId="Windows Live" clId="Web-{3C3C36A6-0302-15F5-F0F8-94B4D43BACF0}" dt="2026-01-18T19:15:14.672" v="55"/>
          <ac:spMkLst>
            <pc:docMk/>
            <pc:sldMk cId="1331378480" sldId="368"/>
            <ac:spMk id="2" creationId="{69888AC4-45A8-852D-0D86-698EC0D5CAF0}"/>
          </ac:spMkLst>
        </pc:spChg>
        <pc:spChg chg="del mod ord">
          <ac:chgData name="Gastbenutzer" userId="" providerId="Windows Live" clId="Web-{3C3C36A6-0302-15F5-F0F8-94B4D43BACF0}" dt="2026-01-18T19:15:14.672" v="55"/>
          <ac:spMkLst>
            <pc:docMk/>
            <pc:sldMk cId="1331378480" sldId="368"/>
            <ac:spMk id="3" creationId="{0F82272F-C788-F67F-6AA7-C421A3F4466D}"/>
          </ac:spMkLst>
        </pc:spChg>
        <pc:spChg chg="mod ord">
          <ac:chgData name="Gastbenutzer" userId="" providerId="Windows Live" clId="Web-{3C3C36A6-0302-15F5-F0F8-94B4D43BACF0}" dt="2026-01-18T19:16:32.066" v="85" actId="20577"/>
          <ac:spMkLst>
            <pc:docMk/>
            <pc:sldMk cId="1331378480" sldId="368"/>
            <ac:spMk id="4" creationId="{94898390-E301-CE64-5E34-FAADB991437C}"/>
          </ac:spMkLst>
        </pc:spChg>
        <pc:spChg chg="mod ord">
          <ac:chgData name="Gastbenutzer" userId="" providerId="Windows Live" clId="Web-{3C3C36A6-0302-15F5-F0F8-94B4D43BACF0}" dt="2026-01-18T19:15:14.672" v="55"/>
          <ac:spMkLst>
            <pc:docMk/>
            <pc:sldMk cId="1331378480" sldId="368"/>
            <ac:spMk id="5" creationId="{8AD9C92C-9BDD-37B7-95A7-C5356B0F3E28}"/>
          </ac:spMkLst>
        </pc:spChg>
        <pc:spChg chg="mod ord">
          <ac:chgData name="Gastbenutzer" userId="" providerId="Windows Live" clId="Web-{3C3C36A6-0302-15F5-F0F8-94B4D43BACF0}" dt="2026-01-18T19:15:14.672" v="55"/>
          <ac:spMkLst>
            <pc:docMk/>
            <pc:sldMk cId="1331378480" sldId="368"/>
            <ac:spMk id="6" creationId="{08B745AA-28EF-A58A-D48B-9853220409A1}"/>
          </ac:spMkLst>
        </pc:spChg>
        <pc:spChg chg="mod ord">
          <ac:chgData name="Gastbenutzer" userId="" providerId="Windows Live" clId="Web-{3C3C36A6-0302-15F5-F0F8-94B4D43BACF0}" dt="2026-01-18T19:15:14.672" v="55"/>
          <ac:spMkLst>
            <pc:docMk/>
            <pc:sldMk cId="1331378480" sldId="368"/>
            <ac:spMk id="7" creationId="{F753F340-3033-343F-0977-1A444A367A12}"/>
          </ac:spMkLst>
        </pc:spChg>
        <pc:spChg chg="add del mod ord">
          <ac:chgData name="Gastbenutzer" userId="" providerId="Windows Live" clId="Web-{3C3C36A6-0302-15F5-F0F8-94B4D43BACF0}" dt="2026-01-18T19:15:14.672" v="55"/>
          <ac:spMkLst>
            <pc:docMk/>
            <pc:sldMk cId="1331378480" sldId="368"/>
            <ac:spMk id="8" creationId="{6B34267B-1F85-A4E9-BBB6-54D4319E4549}"/>
          </ac:spMkLst>
        </pc:spChg>
      </pc:sldChg>
      <pc:sldChg chg="addSp delSp modSp new del mod modClrScheme chgLayout">
        <pc:chgData name="Gastbenutzer" userId="" providerId="Windows Live" clId="Web-{3C3C36A6-0302-15F5-F0F8-94B4D43BACF0}" dt="2026-01-18T19:21:27.197" v="112"/>
        <pc:sldMkLst>
          <pc:docMk/>
          <pc:sldMk cId="3793785652" sldId="371"/>
        </pc:sldMkLst>
        <pc:spChg chg="mod ord">
          <ac:chgData name="Gastbenutzer" userId="" providerId="Windows Live" clId="Web-{3C3C36A6-0302-15F5-F0F8-94B4D43BACF0}" dt="2026-01-18T19:19:27.445" v="89"/>
          <ac:spMkLst>
            <pc:docMk/>
            <pc:sldMk cId="3793785652" sldId="371"/>
            <ac:spMk id="2" creationId="{7C3F0CA4-047F-DBBA-EA09-99CB27B94363}"/>
          </ac:spMkLst>
        </pc:spChg>
        <pc:spChg chg="add mod ord">
          <ac:chgData name="Gastbenutzer" userId="" providerId="Windows Live" clId="Web-{3C3C36A6-0302-15F5-F0F8-94B4D43BACF0}" dt="2026-01-18T19:19:27.445" v="89"/>
          <ac:spMkLst>
            <pc:docMk/>
            <pc:sldMk cId="3793785652" sldId="371"/>
            <ac:spMk id="3" creationId="{8CE533C1-2154-A1BD-CD12-F0836E15953B}"/>
          </ac:spMkLst>
        </pc:spChg>
        <pc:spChg chg="add mod ord">
          <ac:chgData name="Gastbenutzer" userId="" providerId="Windows Live" clId="Web-{3C3C36A6-0302-15F5-F0F8-94B4D43BACF0}" dt="2026-01-18T19:19:27.445" v="89"/>
          <ac:spMkLst>
            <pc:docMk/>
            <pc:sldMk cId="3793785652" sldId="371"/>
            <ac:spMk id="4" creationId="{8C60B088-6094-83CA-1F5C-0140E7EEA98A}"/>
          </ac:spMkLst>
        </pc:spChg>
        <pc:spChg chg="add del mod ord">
          <ac:chgData name="Gastbenutzer" userId="" providerId="Windows Live" clId="Web-{3C3C36A6-0302-15F5-F0F8-94B4D43BACF0}" dt="2026-01-18T19:18:19.568" v="88"/>
          <ac:spMkLst>
            <pc:docMk/>
            <pc:sldMk cId="3793785652" sldId="371"/>
            <ac:spMk id="5" creationId="{D7E63970-26CF-A713-7454-4E0169D17D2A}"/>
          </ac:spMkLst>
        </pc:spChg>
        <pc:spChg chg="add mod ord">
          <ac:chgData name="Gastbenutzer" userId="" providerId="Windows Live" clId="Web-{3C3C36A6-0302-15F5-F0F8-94B4D43BACF0}" dt="2026-01-18T19:19:27.445" v="89"/>
          <ac:spMkLst>
            <pc:docMk/>
            <pc:sldMk cId="3793785652" sldId="371"/>
            <ac:spMk id="6" creationId="{D13D6CDC-68C4-4FBC-EAC6-CA5CCE701BF7}"/>
          </ac:spMkLst>
        </pc:spChg>
        <pc:spChg chg="add mod ord">
          <ac:chgData name="Gastbenutzer" userId="" providerId="Windows Live" clId="Web-{3C3C36A6-0302-15F5-F0F8-94B4D43BACF0}" dt="2026-01-18T19:19:27.445" v="89"/>
          <ac:spMkLst>
            <pc:docMk/>
            <pc:sldMk cId="3793785652" sldId="371"/>
            <ac:spMk id="8" creationId="{78BBAF27-16FE-4F40-B46A-D1C45719A82D}"/>
          </ac:spMkLst>
        </pc:spChg>
        <pc:spChg chg="add mod">
          <ac:chgData name="Gastbenutzer" userId="" providerId="Windows Live" clId="Web-{3C3C36A6-0302-15F5-F0F8-94B4D43BACF0}" dt="2026-01-18T19:20:04.930" v="95"/>
          <ac:spMkLst>
            <pc:docMk/>
            <pc:sldMk cId="3793785652" sldId="371"/>
            <ac:spMk id="10" creationId="{3BBA39E3-C77D-8D9C-903B-C3702ACF53C2}"/>
          </ac:spMkLst>
        </pc:spChg>
        <pc:picChg chg="add del mod ord">
          <ac:chgData name="Gastbenutzer" userId="" providerId="Windows Live" clId="Web-{3C3C36A6-0302-15F5-F0F8-94B4D43BACF0}" dt="2026-01-18T19:20:04.930" v="95"/>
          <ac:picMkLst>
            <pc:docMk/>
            <pc:sldMk cId="3793785652" sldId="371"/>
            <ac:picMk id="7" creationId="{A82AAC5F-3807-44ED-A43B-04A17166A4A1}"/>
          </ac:picMkLst>
        </pc:picChg>
      </pc:sldChg>
      <pc:sldChg chg="addSp delSp modSp new del mod modClrScheme chgLayout">
        <pc:chgData name="Gastbenutzer" userId="" providerId="Windows Live" clId="Web-{3C3C36A6-0302-15F5-F0F8-94B4D43BACF0}" dt="2026-01-18T19:21:25.369" v="111"/>
        <pc:sldMkLst>
          <pc:docMk/>
          <pc:sldMk cId="2295045289" sldId="372"/>
        </pc:sldMkLst>
        <pc:spChg chg="mod ord">
          <ac:chgData name="Gastbenutzer" userId="" providerId="Windows Live" clId="Web-{3C3C36A6-0302-15F5-F0F8-94B4D43BACF0}" dt="2026-01-18T19:19:55.727" v="93"/>
          <ac:spMkLst>
            <pc:docMk/>
            <pc:sldMk cId="2295045289" sldId="372"/>
            <ac:spMk id="2" creationId="{9B7564B4-1461-EAB9-CB9E-BBBA5F50DA58}"/>
          </ac:spMkLst>
        </pc:spChg>
        <pc:spChg chg="mod ord">
          <ac:chgData name="Gastbenutzer" userId="" providerId="Windows Live" clId="Web-{3C3C36A6-0302-15F5-F0F8-94B4D43BACF0}" dt="2026-01-18T19:19:55.727" v="93"/>
          <ac:spMkLst>
            <pc:docMk/>
            <pc:sldMk cId="2295045289" sldId="372"/>
            <ac:spMk id="3" creationId="{E3D56C7B-A0BA-6B51-808F-3DF4656861F1}"/>
          </ac:spMkLst>
        </pc:spChg>
        <pc:spChg chg="mod ord">
          <ac:chgData name="Gastbenutzer" userId="" providerId="Windows Live" clId="Web-{3C3C36A6-0302-15F5-F0F8-94B4D43BACF0}" dt="2026-01-18T19:19:55.727" v="93"/>
          <ac:spMkLst>
            <pc:docMk/>
            <pc:sldMk cId="2295045289" sldId="372"/>
            <ac:spMk id="4" creationId="{BBC482C4-2E0E-440C-61DA-F50F1F892E8B}"/>
          </ac:spMkLst>
        </pc:spChg>
        <pc:spChg chg="add del mod ord">
          <ac:chgData name="Gastbenutzer" userId="" providerId="Windows Live" clId="Web-{3C3C36A6-0302-15F5-F0F8-94B4D43BACF0}" dt="2026-01-18T19:20:18.102" v="98"/>
          <ac:spMkLst>
            <pc:docMk/>
            <pc:sldMk cId="2295045289" sldId="372"/>
            <ac:spMk id="5" creationId="{2C312DEC-39E8-B354-E507-98B50702F824}"/>
          </ac:spMkLst>
        </pc:spChg>
        <pc:spChg chg="del mod ord">
          <ac:chgData name="Gastbenutzer" userId="" providerId="Windows Live" clId="Web-{3C3C36A6-0302-15F5-F0F8-94B4D43BACF0}" dt="2026-01-18T19:20:02.368" v="94"/>
          <ac:spMkLst>
            <pc:docMk/>
            <pc:sldMk cId="2295045289" sldId="372"/>
            <ac:spMk id="6" creationId="{35754BFF-E360-04D3-0DF3-08E48A7C2B20}"/>
          </ac:spMkLst>
        </pc:spChg>
        <pc:spChg chg="del">
          <ac:chgData name="Gastbenutzer" userId="" providerId="Windows Live" clId="Web-{3C3C36A6-0302-15F5-F0F8-94B4D43BACF0}" dt="2026-01-18T19:19:55.727" v="93"/>
          <ac:spMkLst>
            <pc:docMk/>
            <pc:sldMk cId="2295045289" sldId="372"/>
            <ac:spMk id="7" creationId="{AFF493EC-78BC-785F-AE67-EF6CC04ACBB5}"/>
          </ac:spMkLst>
        </pc:spChg>
        <pc:spChg chg="mod ord">
          <ac:chgData name="Gastbenutzer" userId="" providerId="Windows Live" clId="Web-{3C3C36A6-0302-15F5-F0F8-94B4D43BACF0}" dt="2026-01-18T19:19:55.727" v="93"/>
          <ac:spMkLst>
            <pc:docMk/>
            <pc:sldMk cId="2295045289" sldId="372"/>
            <ac:spMk id="8" creationId="{F4F89CA2-6251-D306-0DD3-7368A66F8235}"/>
          </ac:spMkLst>
        </pc:spChg>
        <pc:spChg chg="mod ord">
          <ac:chgData name="Gastbenutzer" userId="" providerId="Windows Live" clId="Web-{3C3C36A6-0302-15F5-F0F8-94B4D43BACF0}" dt="2026-01-18T19:19:55.727" v="93"/>
          <ac:spMkLst>
            <pc:docMk/>
            <pc:sldMk cId="2295045289" sldId="372"/>
            <ac:spMk id="9" creationId="{F10C3248-2E13-B571-40CD-8367A8EB14D0}"/>
          </ac:spMkLst>
        </pc:spChg>
        <pc:spChg chg="mod ord">
          <ac:chgData name="Gastbenutzer" userId="" providerId="Windows Live" clId="Web-{3C3C36A6-0302-15F5-F0F8-94B4D43BACF0}" dt="2026-01-18T19:21:15.916" v="109" actId="20577"/>
          <ac:spMkLst>
            <pc:docMk/>
            <pc:sldMk cId="2295045289" sldId="372"/>
            <ac:spMk id="10" creationId="{CC3B0AEF-0BE4-E0E9-0281-9F730FB8F686}"/>
          </ac:spMkLst>
        </pc:spChg>
        <pc:picChg chg="add mod ord">
          <ac:chgData name="Gastbenutzer" userId="" providerId="Windows Live" clId="Web-{3C3C36A6-0302-15F5-F0F8-94B4D43BACF0}" dt="2026-01-18T19:20:02.368" v="94"/>
          <ac:picMkLst>
            <pc:docMk/>
            <pc:sldMk cId="2295045289" sldId="372"/>
            <ac:picMk id="11" creationId="{81FBDE1C-E5EC-5C4F-D741-01C53201174D}"/>
          </ac:picMkLst>
        </pc:picChg>
        <pc:picChg chg="add del mod ord">
          <ac:chgData name="Gastbenutzer" userId="" providerId="Windows Live" clId="Web-{3C3C36A6-0302-15F5-F0F8-94B4D43BACF0}" dt="2026-01-18T19:20:10.524" v="97"/>
          <ac:picMkLst>
            <pc:docMk/>
            <pc:sldMk cId="2295045289" sldId="372"/>
            <ac:picMk id="12" creationId="{32521F69-5E32-FB9C-801F-4DA817C0CF95}"/>
          </ac:picMkLst>
        </pc:picChg>
        <pc:picChg chg="add mod ord">
          <ac:chgData name="Gastbenutzer" userId="" providerId="Windows Live" clId="Web-{3C3C36A6-0302-15F5-F0F8-94B4D43BACF0}" dt="2026-01-18T19:20:18.102" v="98"/>
          <ac:picMkLst>
            <pc:docMk/>
            <pc:sldMk cId="2295045289" sldId="372"/>
            <ac:picMk id="13" creationId="{95608324-BC48-190B-6378-4B11C9DE2EF1}"/>
          </ac:picMkLst>
        </pc:picChg>
      </pc:sldChg>
      <pc:sldChg chg="addSp delSp modSp new">
        <pc:chgData name="Gastbenutzer" userId="" providerId="Windows Live" clId="Web-{3C3C36A6-0302-15F5-F0F8-94B4D43BACF0}" dt="2026-01-18T20:31:34.120" v="1148" actId="20577"/>
        <pc:sldMkLst>
          <pc:docMk/>
          <pc:sldMk cId="768542706" sldId="373"/>
        </pc:sldMkLst>
        <pc:spChg chg="mod">
          <ac:chgData name="Gastbenutzer" userId="" providerId="Windows Live" clId="Web-{3C3C36A6-0302-15F5-F0F8-94B4D43BACF0}" dt="2026-01-18T20:31:34.120" v="1148" actId="20577"/>
          <ac:spMkLst>
            <pc:docMk/>
            <pc:sldMk cId="768542706" sldId="373"/>
            <ac:spMk id="5" creationId="{D14629C1-28DE-0E8A-3E01-6D4C058E1E75}"/>
          </ac:spMkLst>
        </pc:spChg>
        <pc:spChg chg="del">
          <ac:chgData name="Gastbenutzer" userId="" providerId="Windows Live" clId="Web-{3C3C36A6-0302-15F5-F0F8-94B4D43BACF0}" dt="2026-01-18T19:21:48.354" v="135"/>
          <ac:spMkLst>
            <pc:docMk/>
            <pc:sldMk cId="768542706" sldId="373"/>
            <ac:spMk id="6" creationId="{5A3D6F97-600E-3616-4CCF-8415A8C490FA}"/>
          </ac:spMkLst>
        </pc:spChg>
        <pc:spChg chg="mod">
          <ac:chgData name="Gastbenutzer" userId="" providerId="Windows Live" clId="Web-{3C3C36A6-0302-15F5-F0F8-94B4D43BACF0}" dt="2026-01-18T19:22:11.026" v="153" actId="20577"/>
          <ac:spMkLst>
            <pc:docMk/>
            <pc:sldMk cId="768542706" sldId="373"/>
            <ac:spMk id="8" creationId="{6F201025-C002-F499-782D-83601D89396B}"/>
          </ac:spMkLst>
        </pc:spChg>
        <pc:spChg chg="mod">
          <ac:chgData name="Gastbenutzer" userId="" providerId="Windows Live" clId="Web-{3C3C36A6-0302-15F5-F0F8-94B4D43BACF0}" dt="2026-01-18T19:21:41.447" v="134" actId="20577"/>
          <ac:spMkLst>
            <pc:docMk/>
            <pc:sldMk cId="768542706" sldId="373"/>
            <ac:spMk id="9" creationId="{CF77A9BF-BE9C-57B2-9CD7-FBB5D43EE1C3}"/>
          </ac:spMkLst>
        </pc:spChg>
        <pc:picChg chg="add mod ord">
          <ac:chgData name="Gastbenutzer" userId="" providerId="Windows Live" clId="Web-{3C3C36A6-0302-15F5-F0F8-94B4D43BACF0}" dt="2026-01-18T19:21:48.354" v="135"/>
          <ac:picMkLst>
            <pc:docMk/>
            <pc:sldMk cId="768542706" sldId="373"/>
            <ac:picMk id="10" creationId="{9C4D8B06-5822-7852-E104-49E64BF354D7}"/>
          </ac:picMkLst>
        </pc:picChg>
      </pc:sldChg>
      <pc:sldChg chg="new del">
        <pc:chgData name="Gastbenutzer" userId="" providerId="Windows Live" clId="Web-{3C3C36A6-0302-15F5-F0F8-94B4D43BACF0}" dt="2026-01-18T19:19:49.024" v="92"/>
        <pc:sldMkLst>
          <pc:docMk/>
          <pc:sldMk cId="1077159688" sldId="373"/>
        </pc:sldMkLst>
      </pc:sldChg>
      <pc:sldChg chg="new del">
        <pc:chgData name="Gastbenutzer" userId="" providerId="Windows Live" clId="Web-{3C3C36A6-0302-15F5-F0F8-94B4D43BACF0}" dt="2026-01-18T19:24:07.543" v="255"/>
        <pc:sldMkLst>
          <pc:docMk/>
          <pc:sldMk cId="854284154" sldId="374"/>
        </pc:sldMkLst>
      </pc:sldChg>
      <pc:sldChg chg="addSp delSp modSp add replId">
        <pc:chgData name="Gastbenutzer" userId="" providerId="Windows Live" clId="Web-{3C3C36A6-0302-15F5-F0F8-94B4D43BACF0}" dt="2026-01-18T20:29:39.212" v="1062" actId="20577"/>
        <pc:sldMkLst>
          <pc:docMk/>
          <pc:sldMk cId="1308733262" sldId="374"/>
        </pc:sldMkLst>
        <pc:spChg chg="mod">
          <ac:chgData name="Gastbenutzer" userId="" providerId="Windows Live" clId="Web-{3C3C36A6-0302-15F5-F0F8-94B4D43BACF0}" dt="2026-01-18T20:29:39.212" v="1062" actId="20577"/>
          <ac:spMkLst>
            <pc:docMk/>
            <pc:sldMk cId="1308733262" sldId="374"/>
            <ac:spMk id="5" creationId="{5728866C-DE19-9AB5-0A1A-5383695AED75}"/>
          </ac:spMkLst>
        </pc:spChg>
        <pc:spChg chg="mod">
          <ac:chgData name="Gastbenutzer" userId="" providerId="Windows Live" clId="Web-{3C3C36A6-0302-15F5-F0F8-94B4D43BACF0}" dt="2026-01-18T19:27:46.127" v="289" actId="20577"/>
          <ac:spMkLst>
            <pc:docMk/>
            <pc:sldMk cId="1308733262" sldId="374"/>
            <ac:spMk id="9" creationId="{955E4357-BBE8-6E11-EE3B-79690107E24E}"/>
          </ac:spMkLst>
        </pc:spChg>
        <pc:spChg chg="add del mod">
          <ac:chgData name="Gastbenutzer" userId="" providerId="Windows Live" clId="Web-{3C3C36A6-0302-15F5-F0F8-94B4D43BACF0}" dt="2026-01-18T19:26:43.951" v="258"/>
          <ac:spMkLst>
            <pc:docMk/>
            <pc:sldMk cId="1308733262" sldId="374"/>
            <ac:spMk id="11" creationId="{78AA08C3-2059-B213-4A7E-864B3735123C}"/>
          </ac:spMkLst>
        </pc:spChg>
        <pc:spChg chg="add del mod">
          <ac:chgData name="Gastbenutzer" userId="" providerId="Windows Live" clId="Web-{3C3C36A6-0302-15F5-F0F8-94B4D43BACF0}" dt="2026-01-18T19:30:09.622" v="314"/>
          <ac:spMkLst>
            <pc:docMk/>
            <pc:sldMk cId="1308733262" sldId="374"/>
            <ac:spMk id="14" creationId="{42FB7467-C4EE-2E7A-47D3-937FC9FD15E0}"/>
          </ac:spMkLst>
        </pc:spChg>
        <pc:picChg chg="del">
          <ac:chgData name="Gastbenutzer" userId="" providerId="Windows Live" clId="Web-{3C3C36A6-0302-15F5-F0F8-94B4D43BACF0}" dt="2026-01-18T19:26:39.466" v="257"/>
          <ac:picMkLst>
            <pc:docMk/>
            <pc:sldMk cId="1308733262" sldId="374"/>
            <ac:picMk id="10" creationId="{37DD7FE6-861A-D2F6-2F8B-EC8250E117B1}"/>
          </ac:picMkLst>
        </pc:picChg>
        <pc:picChg chg="add del mod ord">
          <ac:chgData name="Gastbenutzer" userId="" providerId="Windows Live" clId="Web-{3C3C36A6-0302-15F5-F0F8-94B4D43BACF0}" dt="2026-01-18T19:30:08.013" v="313"/>
          <ac:picMkLst>
            <pc:docMk/>
            <pc:sldMk cId="1308733262" sldId="374"/>
            <ac:picMk id="12" creationId="{F86F12F8-95EE-3A5E-D550-C8959F1D0E9A}"/>
          </ac:picMkLst>
        </pc:picChg>
        <pc:picChg chg="add mod ord">
          <ac:chgData name="Gastbenutzer" userId="" providerId="Windows Live" clId="Web-{3C3C36A6-0302-15F5-F0F8-94B4D43BACF0}" dt="2026-01-18T19:30:09.622" v="314"/>
          <ac:picMkLst>
            <pc:docMk/>
            <pc:sldMk cId="1308733262" sldId="374"/>
            <ac:picMk id="15" creationId="{B06D9C48-8ED1-C277-56C6-CD2F4D33ABFB}"/>
          </ac:picMkLst>
        </pc:picChg>
      </pc:sldChg>
      <pc:sldChg chg="addSp delSp modSp add replId">
        <pc:chgData name="Gastbenutzer" userId="" providerId="Windows Live" clId="Web-{3C3C36A6-0302-15F5-F0F8-94B4D43BACF0}" dt="2026-01-18T20:28:53.149" v="1002" actId="20577"/>
        <pc:sldMkLst>
          <pc:docMk/>
          <pc:sldMk cId="2963507879" sldId="378"/>
        </pc:sldMkLst>
        <pc:spChg chg="mod">
          <ac:chgData name="Gastbenutzer" userId="" providerId="Windows Live" clId="Web-{3C3C36A6-0302-15F5-F0F8-94B4D43BACF0}" dt="2026-01-18T20:28:53.149" v="1002" actId="20577"/>
          <ac:spMkLst>
            <pc:docMk/>
            <pc:sldMk cId="2963507879" sldId="378"/>
            <ac:spMk id="5" creationId="{6463B45F-A0ED-1A70-B5B4-666CA21D82B8}"/>
          </ac:spMkLst>
        </pc:spChg>
        <pc:spChg chg="mod">
          <ac:chgData name="Gastbenutzer" userId="" providerId="Windows Live" clId="Web-{3C3C36A6-0302-15F5-F0F8-94B4D43BACF0}" dt="2026-01-18T19:43:55.251" v="539" actId="20577"/>
          <ac:spMkLst>
            <pc:docMk/>
            <pc:sldMk cId="2963507879" sldId="378"/>
            <ac:spMk id="9" creationId="{F0EBB51F-D1A0-6E4A-0817-B637F79AD05F}"/>
          </ac:spMkLst>
        </pc:spChg>
        <pc:spChg chg="add del mod">
          <ac:chgData name="Gastbenutzer" userId="" providerId="Windows Live" clId="Web-{3C3C36A6-0302-15F5-F0F8-94B4D43BACF0}" dt="2026-01-18T19:41:19.453" v="509"/>
          <ac:spMkLst>
            <pc:docMk/>
            <pc:sldMk cId="2963507879" sldId="378"/>
            <ac:spMk id="10" creationId="{30FDF2FE-509F-C603-0769-93F874C03136}"/>
          </ac:spMkLst>
        </pc:spChg>
        <pc:spChg chg="add del mod">
          <ac:chgData name="Gastbenutzer" userId="" providerId="Windows Live" clId="Web-{3C3C36A6-0302-15F5-F0F8-94B4D43BACF0}" dt="2026-01-18T19:43:57.329" v="541"/>
          <ac:spMkLst>
            <pc:docMk/>
            <pc:sldMk cId="2963507879" sldId="378"/>
            <ac:spMk id="13" creationId="{DA0A5EC9-6E36-A00A-27FF-941AC8568A91}"/>
          </ac:spMkLst>
        </pc:spChg>
        <pc:picChg chg="add del mod ord">
          <ac:chgData name="Gastbenutzer" userId="" providerId="Windows Live" clId="Web-{3C3C36A6-0302-15F5-F0F8-94B4D43BACF0}" dt="2026-01-18T19:43:56.314" v="540"/>
          <ac:picMkLst>
            <pc:docMk/>
            <pc:sldMk cId="2963507879" sldId="378"/>
            <ac:picMk id="11" creationId="{BFDF261C-D016-AB58-5FE5-0EE77E53EEDF}"/>
          </ac:picMkLst>
        </pc:picChg>
        <pc:picChg chg="add mod ord">
          <ac:chgData name="Gastbenutzer" userId="" providerId="Windows Live" clId="Web-{3C3C36A6-0302-15F5-F0F8-94B4D43BACF0}" dt="2026-01-18T19:43:57.329" v="541"/>
          <ac:picMkLst>
            <pc:docMk/>
            <pc:sldMk cId="2963507879" sldId="378"/>
            <ac:picMk id="14" creationId="{53833B15-FFA9-8AD1-5968-80D3F3A1F98F}"/>
          </ac:picMkLst>
        </pc:picChg>
        <pc:picChg chg="del">
          <ac:chgData name="Gastbenutzer" userId="" providerId="Windows Live" clId="Web-{3C3C36A6-0302-15F5-F0F8-94B4D43BACF0}" dt="2026-01-18T19:41:18.546" v="508"/>
          <ac:picMkLst>
            <pc:docMk/>
            <pc:sldMk cId="2963507879" sldId="378"/>
            <ac:picMk id="15" creationId="{0B8FD397-C731-C44A-0388-3389913BBDBC}"/>
          </ac:picMkLst>
        </pc:picChg>
      </pc:sldChg>
      <pc:sldChg chg="addSp delSp modSp new">
        <pc:chgData name="Gastbenutzer" userId="" providerId="Windows Live" clId="Web-{3C3C36A6-0302-15F5-F0F8-94B4D43BACF0}" dt="2026-01-18T20:11:21.535" v="843" actId="20577"/>
        <pc:sldMkLst>
          <pc:docMk/>
          <pc:sldMk cId="3140749282" sldId="385"/>
        </pc:sldMkLst>
        <pc:spChg chg="del">
          <ac:chgData name="Gastbenutzer" userId="" providerId="Windows Live" clId="Web-{3C3C36A6-0302-15F5-F0F8-94B4D43BACF0}" dt="2026-01-18T19:58:07.301" v="623"/>
          <ac:spMkLst>
            <pc:docMk/>
            <pc:sldMk cId="3140749282" sldId="385"/>
            <ac:spMk id="5" creationId="{0EF80495-381A-EA1D-6F50-112390A87A34}"/>
          </ac:spMkLst>
        </pc:spChg>
        <pc:spChg chg="del">
          <ac:chgData name="Gastbenutzer" userId="" providerId="Windows Live" clId="Web-{3C3C36A6-0302-15F5-F0F8-94B4D43BACF0}" dt="2026-01-18T19:58:17.457" v="624"/>
          <ac:spMkLst>
            <pc:docMk/>
            <pc:sldMk cId="3140749282" sldId="385"/>
            <ac:spMk id="6" creationId="{BE15E2B7-A944-BE7A-B99F-13ECAF705842}"/>
          </ac:spMkLst>
        </pc:spChg>
        <pc:spChg chg="mod">
          <ac:chgData name="Gastbenutzer" userId="" providerId="Windows Live" clId="Web-{3C3C36A6-0302-15F5-F0F8-94B4D43BACF0}" dt="2026-01-18T19:58:22.270" v="636" actId="20577"/>
          <ac:spMkLst>
            <pc:docMk/>
            <pc:sldMk cId="3140749282" sldId="385"/>
            <ac:spMk id="8" creationId="{84C968DC-D756-F9C8-511A-58E13789178E}"/>
          </ac:spMkLst>
        </pc:spChg>
        <pc:spChg chg="mod">
          <ac:chgData name="Gastbenutzer" userId="" providerId="Windows Live" clId="Web-{3C3C36A6-0302-15F5-F0F8-94B4D43BACF0}" dt="2026-01-18T19:58:42.160" v="667" actId="20577"/>
          <ac:spMkLst>
            <pc:docMk/>
            <pc:sldMk cId="3140749282" sldId="385"/>
            <ac:spMk id="9" creationId="{302D040C-C617-20F8-3636-B6277CFDB9DE}"/>
          </ac:spMkLst>
        </pc:spChg>
        <pc:spChg chg="add mod">
          <ac:chgData name="Gastbenutzer" userId="" providerId="Windows Live" clId="Web-{3C3C36A6-0302-15F5-F0F8-94B4D43BACF0}" dt="2026-01-18T20:11:21.535" v="843" actId="20577"/>
          <ac:spMkLst>
            <pc:docMk/>
            <pc:sldMk cId="3140749282" sldId="385"/>
            <ac:spMk id="13" creationId="{7D4CA395-7035-67AE-3320-4B0B014899A8}"/>
          </ac:spMkLst>
        </pc:spChg>
        <pc:spChg chg="add del mod">
          <ac:chgData name="Gastbenutzer" userId="" providerId="Windows Live" clId="Web-{3C3C36A6-0302-15F5-F0F8-94B4D43BACF0}" dt="2026-01-18T20:08:13.015" v="670"/>
          <ac:spMkLst>
            <pc:docMk/>
            <pc:sldMk cId="3140749282" sldId="385"/>
            <ac:spMk id="15" creationId="{DF9DCE78-600D-AB25-56C8-FF23F9AD06B3}"/>
          </ac:spMkLst>
        </pc:spChg>
        <pc:picChg chg="add del mod ord">
          <ac:chgData name="Gastbenutzer" userId="" providerId="Windows Live" clId="Web-{3C3C36A6-0302-15F5-F0F8-94B4D43BACF0}" dt="2026-01-18T20:07:54.421" v="668"/>
          <ac:picMkLst>
            <pc:docMk/>
            <pc:sldMk cId="3140749282" sldId="385"/>
            <ac:picMk id="10" creationId="{E32FF624-6C02-70CB-C2C0-EABBEFC46FAA}"/>
          </ac:picMkLst>
        </pc:picChg>
        <pc:picChg chg="add del mod ord">
          <ac:chgData name="Gastbenutzer" userId="" providerId="Windows Live" clId="Web-{3C3C36A6-0302-15F5-F0F8-94B4D43BACF0}" dt="2026-01-18T20:08:11.203" v="669"/>
          <ac:picMkLst>
            <pc:docMk/>
            <pc:sldMk cId="3140749282" sldId="385"/>
            <ac:picMk id="11" creationId="{DCA895F2-B0AD-E140-61BC-4EEE5177C5B4}"/>
          </ac:picMkLst>
        </pc:picChg>
        <pc:picChg chg="add mod ord">
          <ac:chgData name="Gastbenutzer" userId="" providerId="Windows Live" clId="Web-{3C3C36A6-0302-15F5-F0F8-94B4D43BACF0}" dt="2026-01-18T20:08:13.015" v="670"/>
          <ac:picMkLst>
            <pc:docMk/>
            <pc:sldMk cId="3140749282" sldId="385"/>
            <ac:picMk id="16" creationId="{CA1C5019-4379-1E91-EFB2-462EC652AD9E}"/>
          </ac:picMkLst>
        </pc:picChg>
      </pc:sldChg>
      <pc:sldChg chg="addSp delSp modSp add del replId">
        <pc:chgData name="Gastbenutzer" userId="" providerId="Windows Live" clId="Web-{3C3C36A6-0302-15F5-F0F8-94B4D43BACF0}" dt="2026-01-18T20:44:22.760" v="1446" actId="20577"/>
        <pc:sldMkLst>
          <pc:docMk/>
          <pc:sldMk cId="625030698" sldId="386"/>
        </pc:sldMkLst>
        <pc:spChg chg="add del mod">
          <ac:chgData name="Gastbenutzer" userId="" providerId="Windows Live" clId="Web-{3C3C36A6-0302-15F5-F0F8-94B4D43BACF0}" dt="2026-01-18T20:17:58.041" v="908"/>
          <ac:spMkLst>
            <pc:docMk/>
            <pc:sldMk cId="625030698" sldId="386"/>
            <ac:spMk id="6" creationId="{F12931CC-EAB2-0C5E-F754-9F899D61DCB0}"/>
          </ac:spMkLst>
        </pc:spChg>
        <pc:spChg chg="mod">
          <ac:chgData name="Gastbenutzer" userId="" providerId="Windows Live" clId="Web-{3C3C36A6-0302-15F5-F0F8-94B4D43BACF0}" dt="2026-01-18T20:17:42.962" v="903" actId="14100"/>
          <ac:spMkLst>
            <pc:docMk/>
            <pc:sldMk cId="625030698" sldId="386"/>
            <ac:spMk id="9" creationId="{811332BC-D4E7-6723-1FED-F7D6946BAB96}"/>
          </ac:spMkLst>
        </pc:spChg>
        <pc:spChg chg="add del mod">
          <ac:chgData name="Gastbenutzer" userId="" providerId="Windows Live" clId="Web-{3C3C36A6-0302-15F5-F0F8-94B4D43BACF0}" dt="2026-01-18T20:39:10.593" v="1262"/>
          <ac:spMkLst>
            <pc:docMk/>
            <pc:sldMk cId="625030698" sldId="386"/>
            <ac:spMk id="12" creationId="{E9AB68EC-0CA3-5DDC-4583-3F1B7DF8805F}"/>
          </ac:spMkLst>
        </pc:spChg>
        <pc:spChg chg="del mod">
          <ac:chgData name="Gastbenutzer" userId="" providerId="Windows Live" clId="Web-{3C3C36A6-0302-15F5-F0F8-94B4D43BACF0}" dt="2026-01-18T20:39:05.484" v="1261"/>
          <ac:spMkLst>
            <pc:docMk/>
            <pc:sldMk cId="625030698" sldId="386"/>
            <ac:spMk id="13" creationId="{5A4A4DEC-BED3-73CC-E442-BAA3955FAE60}"/>
          </ac:spMkLst>
        </pc:spChg>
        <pc:spChg chg="add mod">
          <ac:chgData name="Gastbenutzer" userId="" providerId="Windows Live" clId="Web-{3C3C36A6-0302-15F5-F0F8-94B4D43BACF0}" dt="2026-01-18T20:44:22.760" v="1446" actId="20577"/>
          <ac:spMkLst>
            <pc:docMk/>
            <pc:sldMk cId="625030698" sldId="386"/>
            <ac:spMk id="15" creationId="{D77AF23C-23BF-6AB2-1EBB-F9034BFA761A}"/>
          </ac:spMkLst>
        </pc:spChg>
        <pc:picChg chg="add del mod ord">
          <ac:chgData name="Gastbenutzer" userId="" providerId="Windows Live" clId="Web-{3C3C36A6-0302-15F5-F0F8-94B4D43BACF0}" dt="2026-01-18T20:38:48.655" v="1258"/>
          <ac:picMkLst>
            <pc:docMk/>
            <pc:sldMk cId="625030698" sldId="386"/>
            <ac:picMk id="10" creationId="{F55EC73D-7921-56D7-D3FC-73D01F3676DC}"/>
          </ac:picMkLst>
        </pc:picChg>
        <pc:picChg chg="del">
          <ac:chgData name="Gastbenutzer" userId="" providerId="Windows Live" clId="Web-{3C3C36A6-0302-15F5-F0F8-94B4D43BACF0}" dt="2026-01-18T20:17:56.494" v="907"/>
          <ac:picMkLst>
            <pc:docMk/>
            <pc:sldMk cId="625030698" sldId="386"/>
            <ac:picMk id="16" creationId="{4DBE2986-E41A-46AE-F4D6-574C2F7DD81F}"/>
          </ac:picMkLst>
        </pc:picChg>
        <pc:picChg chg="add mod ord">
          <ac:chgData name="Gastbenutzer" userId="" providerId="Windows Live" clId="Web-{3C3C36A6-0302-15F5-F0F8-94B4D43BACF0}" dt="2026-01-18T20:39:10.593" v="1262"/>
          <ac:picMkLst>
            <pc:docMk/>
            <pc:sldMk cId="625030698" sldId="386"/>
            <ac:picMk id="17" creationId="{77A11581-FAF2-C0AA-5A82-253E6F14B5C5}"/>
          </ac:picMkLst>
        </pc:picChg>
      </pc:sldChg>
      <pc:sldChg chg="addSp delSp modSp new">
        <pc:chgData name="Gastbenutzer" userId="" providerId="Windows Live" clId="Web-{3C3C36A6-0302-15F5-F0F8-94B4D43BACF0}" dt="2026-01-18T20:25:55.083" v="999" actId="20577"/>
        <pc:sldMkLst>
          <pc:docMk/>
          <pc:sldMk cId="3091757328" sldId="388"/>
        </pc:sldMkLst>
        <pc:spChg chg="del">
          <ac:chgData name="Gastbenutzer" userId="" providerId="Windows Live" clId="Web-{3C3C36A6-0302-15F5-F0F8-94B4D43BACF0}" dt="2026-01-18T20:20:45.522" v="911"/>
          <ac:spMkLst>
            <pc:docMk/>
            <pc:sldMk cId="3091757328" sldId="388"/>
            <ac:spMk id="5" creationId="{A5537E86-3F4F-C362-7827-102239A82F3B}"/>
          </ac:spMkLst>
        </pc:spChg>
        <pc:spChg chg="del">
          <ac:chgData name="Gastbenutzer" userId="" providerId="Windows Live" clId="Web-{3C3C36A6-0302-15F5-F0F8-94B4D43BACF0}" dt="2026-01-18T20:21:51.792" v="912"/>
          <ac:spMkLst>
            <pc:docMk/>
            <pc:sldMk cId="3091757328" sldId="388"/>
            <ac:spMk id="6" creationId="{E34BD1FE-D5DD-9CF3-C78A-03D7264835B1}"/>
          </ac:spMkLst>
        </pc:spChg>
        <pc:spChg chg="mod">
          <ac:chgData name="Gastbenutzer" userId="" providerId="Windows Live" clId="Web-{3C3C36A6-0302-15F5-F0F8-94B4D43BACF0}" dt="2026-01-18T20:25:55.083" v="999" actId="20577"/>
          <ac:spMkLst>
            <pc:docMk/>
            <pc:sldMk cId="3091757328" sldId="388"/>
            <ac:spMk id="8" creationId="{B35D15B4-E692-2ED3-FE97-153638E1E7AF}"/>
          </ac:spMkLst>
        </pc:spChg>
        <pc:spChg chg="mod">
          <ac:chgData name="Gastbenutzer" userId="" providerId="Windows Live" clId="Web-{3C3C36A6-0302-15F5-F0F8-94B4D43BACF0}" dt="2026-01-18T20:25:50.786" v="987" actId="20577"/>
          <ac:spMkLst>
            <pc:docMk/>
            <pc:sldMk cId="3091757328" sldId="388"/>
            <ac:spMk id="9" creationId="{E836B75C-95D6-9075-E9D2-83B186A55476}"/>
          </ac:spMkLst>
        </pc:spChg>
        <pc:spChg chg="add del mod">
          <ac:chgData name="Gastbenutzer" userId="" providerId="Windows Live" clId="Web-{3C3C36A6-0302-15F5-F0F8-94B4D43BACF0}" dt="2026-01-18T20:23:08.561" v="914"/>
          <ac:spMkLst>
            <pc:docMk/>
            <pc:sldMk cId="3091757328" sldId="388"/>
            <ac:spMk id="13" creationId="{6EC69DEB-5B7A-8D8B-84C5-93FE9EE5B752}"/>
          </ac:spMkLst>
        </pc:spChg>
        <pc:spChg chg="add mod">
          <ac:chgData name="Gastbenutzer" userId="" providerId="Windows Live" clId="Web-{3C3C36A6-0302-15F5-F0F8-94B4D43BACF0}" dt="2026-01-18T20:25:42.004" v="968" actId="14100"/>
          <ac:spMkLst>
            <pc:docMk/>
            <pc:sldMk cId="3091757328" sldId="388"/>
            <ac:spMk id="15" creationId="{38D5BA29-448F-865A-5FFD-BDD2246CA167}"/>
          </ac:spMkLst>
        </pc:spChg>
        <pc:picChg chg="add mod ord">
          <ac:chgData name="Gastbenutzer" userId="" providerId="Windows Live" clId="Web-{3C3C36A6-0302-15F5-F0F8-94B4D43BACF0}" dt="2026-01-18T20:24:51.799" v="923" actId="14100"/>
          <ac:picMkLst>
            <pc:docMk/>
            <pc:sldMk cId="3091757328" sldId="388"/>
            <ac:picMk id="10" creationId="{F401D43B-4AA0-960B-5DF0-22C61678F925}"/>
          </ac:picMkLst>
        </pc:picChg>
        <pc:picChg chg="add del mod ord">
          <ac:chgData name="Gastbenutzer" userId="" providerId="Windows Live" clId="Web-{3C3C36A6-0302-15F5-F0F8-94B4D43BACF0}" dt="2026-01-18T20:21:53.323" v="913"/>
          <ac:picMkLst>
            <pc:docMk/>
            <pc:sldMk cId="3091757328" sldId="388"/>
            <ac:picMk id="11" creationId="{2588E131-1EB5-A78E-26B5-0F6807CA8F73}"/>
          </ac:picMkLst>
        </pc:picChg>
        <pc:picChg chg="add mod ord">
          <ac:chgData name="Gastbenutzer" userId="" providerId="Windows Live" clId="Web-{3C3C36A6-0302-15F5-F0F8-94B4D43BACF0}" dt="2026-01-18T20:24:35.361" v="920" actId="14100"/>
          <ac:picMkLst>
            <pc:docMk/>
            <pc:sldMk cId="3091757328" sldId="388"/>
            <ac:picMk id="14" creationId="{05534E09-3901-8013-6A76-A1555E7DEB73}"/>
          </ac:picMkLst>
        </pc:picChg>
      </pc:sldChg>
      <pc:sldChg chg="addSp delSp modSp new">
        <pc:chgData name="Gastbenutzer" userId="" providerId="Windows Live" clId="Web-{3C3C36A6-0302-15F5-F0F8-94B4D43BACF0}" dt="2026-01-18T20:34:03.966" v="1249" actId="20577"/>
        <pc:sldMkLst>
          <pc:docMk/>
          <pc:sldMk cId="1172097506" sldId="389"/>
        </pc:sldMkLst>
        <pc:spChg chg="add del mod">
          <ac:chgData name="Gastbenutzer" userId="" providerId="Windows Live" clId="Web-{3C3C36A6-0302-15F5-F0F8-94B4D43BACF0}" dt="2026-01-18T20:34:02.560" v="1248" actId="20577"/>
          <ac:spMkLst>
            <pc:docMk/>
            <pc:sldMk cId="1172097506" sldId="389"/>
            <ac:spMk id="5" creationId="{A0385111-2D8A-F741-C661-DB2F24DC86F4}"/>
          </ac:spMkLst>
        </pc:spChg>
        <pc:spChg chg="del">
          <ac:chgData name="Gastbenutzer" userId="" providerId="Windows Live" clId="Web-{3C3C36A6-0302-15F5-F0F8-94B4D43BACF0}" dt="2026-01-18T20:32:01.886" v="1151"/>
          <ac:spMkLst>
            <pc:docMk/>
            <pc:sldMk cId="1172097506" sldId="389"/>
            <ac:spMk id="6" creationId="{43B144D4-C749-1D57-5CE7-235653C49082}"/>
          </ac:spMkLst>
        </pc:spChg>
        <pc:spChg chg="mod">
          <ac:chgData name="Gastbenutzer" userId="" providerId="Windows Live" clId="Web-{3C3C36A6-0302-15F5-F0F8-94B4D43BACF0}" dt="2026-01-18T20:32:20.511" v="1200" actId="20577"/>
          <ac:spMkLst>
            <pc:docMk/>
            <pc:sldMk cId="1172097506" sldId="389"/>
            <ac:spMk id="8" creationId="{CA12A9C2-31F7-F35E-193C-120BE312E07B}"/>
          </ac:spMkLst>
        </pc:spChg>
        <pc:spChg chg="mod">
          <ac:chgData name="Gastbenutzer" userId="" providerId="Windows Live" clId="Web-{3C3C36A6-0302-15F5-F0F8-94B4D43BACF0}" dt="2026-01-18T20:34:03.966" v="1249" actId="20577"/>
          <ac:spMkLst>
            <pc:docMk/>
            <pc:sldMk cId="1172097506" sldId="389"/>
            <ac:spMk id="9" creationId="{C042D7EA-F6C0-A5F7-0BF0-00044A1B6B40}"/>
          </ac:spMkLst>
        </pc:spChg>
        <pc:picChg chg="add del mod ord">
          <ac:chgData name="Gastbenutzer" userId="" providerId="Windows Live" clId="Web-{3C3C36A6-0302-15F5-F0F8-94B4D43BACF0}" dt="2026-01-18T20:31:59.464" v="1150"/>
          <ac:picMkLst>
            <pc:docMk/>
            <pc:sldMk cId="1172097506" sldId="389"/>
            <ac:picMk id="10" creationId="{D62FA634-78BB-5144-6838-411D172B72AF}"/>
          </ac:picMkLst>
        </pc:picChg>
        <pc:picChg chg="add mod ord">
          <ac:chgData name="Gastbenutzer" userId="" providerId="Windows Live" clId="Web-{3C3C36A6-0302-15F5-F0F8-94B4D43BACF0}" dt="2026-01-18T20:32:01.886" v="1151"/>
          <ac:picMkLst>
            <pc:docMk/>
            <pc:sldMk cId="1172097506" sldId="389"/>
            <ac:picMk id="11" creationId="{76B3994D-372C-506D-177D-26BDE52BFE59}"/>
          </ac:picMkLst>
        </pc:picChg>
      </pc:sldChg>
      <pc:sldChg chg="addSp delSp modSp new">
        <pc:chgData name="Gastbenutzer" userId="" providerId="Windows Live" clId="Web-{3C3C36A6-0302-15F5-F0F8-94B4D43BACF0}" dt="2026-01-18T20:51:04.704" v="1690" actId="20577"/>
        <pc:sldMkLst>
          <pc:docMk/>
          <pc:sldMk cId="1365494613" sldId="393"/>
        </pc:sldMkLst>
        <pc:spChg chg="mod">
          <ac:chgData name="Gastbenutzer" userId="" providerId="Windows Live" clId="Web-{3C3C36A6-0302-15F5-F0F8-94B4D43BACF0}" dt="2026-01-18T20:51:01.907" v="1689" actId="20577"/>
          <ac:spMkLst>
            <pc:docMk/>
            <pc:sldMk cId="1365494613" sldId="393"/>
            <ac:spMk id="5" creationId="{DA8D7CAE-8289-FC65-E4B9-C99761B9F896}"/>
          </ac:spMkLst>
        </pc:spChg>
        <pc:spChg chg="del">
          <ac:chgData name="Gastbenutzer" userId="" providerId="Windows Live" clId="Web-{3C3C36A6-0302-15F5-F0F8-94B4D43BACF0}" dt="2026-01-18T20:50:28.532" v="1640"/>
          <ac:spMkLst>
            <pc:docMk/>
            <pc:sldMk cId="1365494613" sldId="393"/>
            <ac:spMk id="6" creationId="{AB55B0CA-4EC4-C6CB-29CF-F8266EDA8F4E}"/>
          </ac:spMkLst>
        </pc:spChg>
        <pc:spChg chg="mod">
          <ac:chgData name="Gastbenutzer" userId="" providerId="Windows Live" clId="Web-{3C3C36A6-0302-15F5-F0F8-94B4D43BACF0}" dt="2026-01-18T20:46:00.731" v="1479" actId="20577"/>
          <ac:spMkLst>
            <pc:docMk/>
            <pc:sldMk cId="1365494613" sldId="393"/>
            <ac:spMk id="8" creationId="{B14B4175-9B0D-1A4E-7A4C-FD3F902583FC}"/>
          </ac:spMkLst>
        </pc:spChg>
        <pc:spChg chg="mod">
          <ac:chgData name="Gastbenutzer" userId="" providerId="Windows Live" clId="Web-{3C3C36A6-0302-15F5-F0F8-94B4D43BACF0}" dt="2026-01-18T20:51:04.704" v="1690" actId="20577"/>
          <ac:spMkLst>
            <pc:docMk/>
            <pc:sldMk cId="1365494613" sldId="393"/>
            <ac:spMk id="9" creationId="{54DA6FC0-F2BF-61A2-403D-4878B84A7786}"/>
          </ac:spMkLst>
        </pc:spChg>
        <pc:picChg chg="add mod ord">
          <ac:chgData name="Gastbenutzer" userId="" providerId="Windows Live" clId="Web-{3C3C36A6-0302-15F5-F0F8-94B4D43BACF0}" dt="2026-01-18T20:50:28.532" v="1640"/>
          <ac:picMkLst>
            <pc:docMk/>
            <pc:sldMk cId="1365494613" sldId="393"/>
            <ac:picMk id="10" creationId="{B46EFE01-FE9B-72FD-7515-FAB20D08C248}"/>
          </ac:picMkLst>
        </pc:picChg>
      </pc:sldChg>
      <pc:sldChg chg="addSp delSp modSp new del">
        <pc:chgData name="Gastbenutzer" userId="" providerId="Windows Live" clId="Web-{3C3C36A6-0302-15F5-F0F8-94B4D43BACF0}" dt="2026-01-18T20:38:35.388" v="1255"/>
        <pc:sldMkLst>
          <pc:docMk/>
          <pc:sldMk cId="3088585012" sldId="393"/>
        </pc:sldMkLst>
        <pc:spChg chg="add del">
          <ac:chgData name="Gastbenutzer" userId="" providerId="Windows Live" clId="Web-{3C3C36A6-0302-15F5-F0F8-94B4D43BACF0}" dt="2026-01-18T20:38:34.498" v="1254"/>
          <ac:spMkLst>
            <pc:docMk/>
            <pc:sldMk cId="3088585012" sldId="393"/>
            <ac:spMk id="6" creationId="{69F1DE12-FBE2-93F5-71B7-2C09655B8332}"/>
          </ac:spMkLst>
        </pc:spChg>
        <pc:picChg chg="add del mod ord">
          <ac:chgData name="Gastbenutzer" userId="" providerId="Windows Live" clId="Web-{3C3C36A6-0302-15F5-F0F8-94B4D43BACF0}" dt="2026-01-18T20:38:34.498" v="1254"/>
          <ac:picMkLst>
            <pc:docMk/>
            <pc:sldMk cId="3088585012" sldId="393"/>
            <ac:picMk id="10" creationId="{43D19FA4-6CB7-02CC-66DB-633988FE7D94}"/>
          </ac:picMkLst>
        </pc:picChg>
      </pc:sldChg>
      <pc:sldChg chg="addSp delSp modSp new">
        <pc:chgData name="Gastbenutzer" userId="" providerId="Windows Live" clId="Web-{3C3C36A6-0302-15F5-F0F8-94B4D43BACF0}" dt="2026-01-18T20:59:45.793" v="1886" actId="20577"/>
        <pc:sldMkLst>
          <pc:docMk/>
          <pc:sldMk cId="239678360" sldId="394"/>
        </pc:sldMkLst>
        <pc:spChg chg="mod">
          <ac:chgData name="Gastbenutzer" userId="" providerId="Windows Live" clId="Web-{3C3C36A6-0302-15F5-F0F8-94B4D43BACF0}" dt="2026-01-18T20:59:45.793" v="1886" actId="20577"/>
          <ac:spMkLst>
            <pc:docMk/>
            <pc:sldMk cId="239678360" sldId="394"/>
            <ac:spMk id="5" creationId="{E85DBCC1-DC94-D4D3-D907-1E1417CD5BC9}"/>
          </ac:spMkLst>
        </pc:spChg>
        <pc:spChg chg="del">
          <ac:chgData name="Gastbenutzer" userId="" providerId="Windows Live" clId="Web-{3C3C36A6-0302-15F5-F0F8-94B4D43BACF0}" dt="2026-01-18T20:52:39.113" v="1710"/>
          <ac:spMkLst>
            <pc:docMk/>
            <pc:sldMk cId="239678360" sldId="394"/>
            <ac:spMk id="6" creationId="{F98C16C2-E4A0-8C23-8CC0-43FA6BA07C50}"/>
          </ac:spMkLst>
        </pc:spChg>
        <pc:spChg chg="mod">
          <ac:chgData name="Gastbenutzer" userId="" providerId="Windows Live" clId="Web-{3C3C36A6-0302-15F5-F0F8-94B4D43BACF0}" dt="2026-01-18T20:52:37.441" v="1709" actId="20577"/>
          <ac:spMkLst>
            <pc:docMk/>
            <pc:sldMk cId="239678360" sldId="394"/>
            <ac:spMk id="8" creationId="{8DB5B54A-CD3D-8D6C-559A-F46A77AA2A4A}"/>
          </ac:spMkLst>
        </pc:spChg>
        <pc:spChg chg="mod">
          <ac:chgData name="Gastbenutzer" userId="" providerId="Windows Live" clId="Web-{3C3C36A6-0302-15F5-F0F8-94B4D43BACF0}" dt="2026-01-18T20:51:20.298" v="1706" actId="20577"/>
          <ac:spMkLst>
            <pc:docMk/>
            <pc:sldMk cId="239678360" sldId="394"/>
            <ac:spMk id="9" creationId="{34BE9357-4794-2B74-49CC-9D30FA7A4588}"/>
          </ac:spMkLst>
        </pc:spChg>
        <pc:spChg chg="add del mod">
          <ac:chgData name="Gastbenutzer" userId="" providerId="Windows Live" clId="Web-{3C3C36A6-0302-15F5-F0F8-94B4D43BACF0}" dt="2026-01-18T20:56:52.365" v="1784"/>
          <ac:spMkLst>
            <pc:docMk/>
            <pc:sldMk cId="239678360" sldId="394"/>
            <ac:spMk id="12" creationId="{DFC9814A-48CE-083E-D152-0C1B37CEC343}"/>
          </ac:spMkLst>
        </pc:spChg>
        <pc:picChg chg="add del mod ord">
          <ac:chgData name="Gastbenutzer" userId="" providerId="Windows Live" clId="Web-{3C3C36A6-0302-15F5-F0F8-94B4D43BACF0}" dt="2026-01-18T20:56:49.708" v="1783"/>
          <ac:picMkLst>
            <pc:docMk/>
            <pc:sldMk cId="239678360" sldId="394"/>
            <ac:picMk id="10" creationId="{F46E0864-E3A6-5241-6159-D30E4F6F24C7}"/>
          </ac:picMkLst>
        </pc:picChg>
        <pc:picChg chg="add mod ord">
          <ac:chgData name="Gastbenutzer" userId="" providerId="Windows Live" clId="Web-{3C3C36A6-0302-15F5-F0F8-94B4D43BACF0}" dt="2026-01-18T20:56:52.365" v="1784"/>
          <ac:picMkLst>
            <pc:docMk/>
            <pc:sldMk cId="239678360" sldId="394"/>
            <ac:picMk id="13" creationId="{56485D87-F824-542C-C4B5-CBF6CF96781C}"/>
          </ac:picMkLst>
        </pc:picChg>
      </pc:sldChg>
      <pc:sldChg chg="addSp delSp modSp new">
        <pc:chgData name="Gastbenutzer" userId="" providerId="Windows Live" clId="Web-{3C3C36A6-0302-15F5-F0F8-94B4D43BACF0}" dt="2026-01-18T20:58:26.025" v="1846"/>
        <pc:sldMkLst>
          <pc:docMk/>
          <pc:sldMk cId="2587820453" sldId="395"/>
        </pc:sldMkLst>
        <pc:spChg chg="del">
          <ac:chgData name="Gastbenutzer" userId="" providerId="Windows Live" clId="Web-{3C3C36A6-0302-15F5-F0F8-94B4D43BACF0}" dt="2026-01-18T20:58:26.025" v="1846"/>
          <ac:spMkLst>
            <pc:docMk/>
            <pc:sldMk cId="2587820453" sldId="395"/>
            <ac:spMk id="5" creationId="{EF26F96B-8709-E755-93A5-0B78E242D5A8}"/>
          </ac:spMkLst>
        </pc:spChg>
        <pc:spChg chg="del">
          <ac:chgData name="Gastbenutzer" userId="" providerId="Windows Live" clId="Web-{3C3C36A6-0302-15F5-F0F8-94B4D43BACF0}" dt="2026-01-18T20:58:22.321" v="1845"/>
          <ac:spMkLst>
            <pc:docMk/>
            <pc:sldMk cId="2587820453" sldId="395"/>
            <ac:spMk id="6" creationId="{2EE6C8DE-CD70-4A3A-DD59-F512AE67BCE8}"/>
          </ac:spMkLst>
        </pc:spChg>
        <pc:spChg chg="mod">
          <ac:chgData name="Gastbenutzer" userId="" providerId="Windows Live" clId="Web-{3C3C36A6-0302-15F5-F0F8-94B4D43BACF0}" dt="2026-01-18T20:58:05.586" v="1844" actId="20577"/>
          <ac:spMkLst>
            <pc:docMk/>
            <pc:sldMk cId="2587820453" sldId="395"/>
            <ac:spMk id="8" creationId="{907042CD-F2E2-2134-4754-54D2A012A2A5}"/>
          </ac:spMkLst>
        </pc:spChg>
        <pc:spChg chg="mod">
          <ac:chgData name="Gastbenutzer" userId="" providerId="Windows Live" clId="Web-{3C3C36A6-0302-15F5-F0F8-94B4D43BACF0}" dt="2026-01-18T20:58:02.055" v="1843" actId="20577"/>
          <ac:spMkLst>
            <pc:docMk/>
            <pc:sldMk cId="2587820453" sldId="395"/>
            <ac:spMk id="9" creationId="{45C93BB4-C724-AABF-0339-FABDC434C36B}"/>
          </ac:spMkLst>
        </pc:spChg>
        <pc:picChg chg="add mod ord">
          <ac:chgData name="Gastbenutzer" userId="" providerId="Windows Live" clId="Web-{3C3C36A6-0302-15F5-F0F8-94B4D43BACF0}" dt="2026-01-18T20:58:22.321" v="1845"/>
          <ac:picMkLst>
            <pc:docMk/>
            <pc:sldMk cId="2587820453" sldId="395"/>
            <ac:picMk id="10" creationId="{DA679807-02A5-2C7D-7D0E-204EF59E4AFE}"/>
          </ac:picMkLst>
        </pc:picChg>
        <pc:picChg chg="add mod ord">
          <ac:chgData name="Gastbenutzer" userId="" providerId="Windows Live" clId="Web-{3C3C36A6-0302-15F5-F0F8-94B4D43BACF0}" dt="2026-01-18T20:58:26.025" v="1846"/>
          <ac:picMkLst>
            <pc:docMk/>
            <pc:sldMk cId="2587820453" sldId="395"/>
            <ac:picMk id="11" creationId="{1280DDEB-720F-5A83-2746-C6FED849BE9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"/>
          <p:cNvSpPr>
            <a:spLocks noGrp="1"/>
          </p:cNvSpPr>
          <p:nvPr>
            <p:ph type="ftr" sz="quarter" idx="2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"/>
          <p:cNvSpPr>
            <a:spLocks noGrp="1"/>
          </p:cNvSpPr>
          <p:nvPr>
            <p:ph type="sldNum" sz="quarter" idx="3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CD9C266D-9BF6-45DD-93F4-23D3D4380AF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9399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358775" y="431800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  <a:miter lim="800000"/>
          </a:ln>
        </p:spPr>
        <p:txBody>
          <a:bodyPr vert="horz" lIns="0" tIns="0" rIns="0" bIns="0" rtlCol="0" anchor="ctr"/>
          <a:lstStyle/>
          <a:p>
            <a:endParaRPr lang="de-DE" noProof="0"/>
          </a:p>
        </p:txBody>
      </p:sp>
      <p:sp>
        <p:nvSpPr>
          <p:cNvPr id="5" name="Notizen"/>
          <p:cNvSpPr>
            <a:spLocks noGrp="1"/>
          </p:cNvSpPr>
          <p:nvPr>
            <p:ph type="body" sz="quarter" idx="3"/>
          </p:nvPr>
        </p:nvSpPr>
        <p:spPr bwMode="gray">
          <a:xfrm>
            <a:off x="359999" y="4248000"/>
            <a:ext cx="6138000" cy="4068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"/>
          <p:cNvSpPr>
            <a:spLocks noGrp="1"/>
          </p:cNvSpPr>
          <p:nvPr>
            <p:ph type="ftr" sz="quarter" idx="4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5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92DA5471-CC57-402A-9527-36A1D012F698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86535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36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82564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744B1A0D-FEE8-C6BD-679B-2116B0E36EC3}"/>
              </a:ext>
            </a:extLst>
          </p:cNvPr>
          <p:cNvSpPr/>
          <p:nvPr userDrawn="1"/>
        </p:nvSpPr>
        <p:spPr bwMode="gray">
          <a:xfrm>
            <a:off x="-2048296" y="3028950"/>
            <a:ext cx="11029951" cy="2844800"/>
          </a:xfrm>
          <a:prstGeom prst="roundRect">
            <a:avLst>
              <a:gd name="adj" fmla="val 177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5" y="3767352"/>
            <a:ext cx="6317999" cy="540000"/>
          </a:xfrm>
        </p:spPr>
        <p:txBody>
          <a:bodyPr/>
          <a:lstStyle>
            <a:lvl1pPr>
              <a:defRPr sz="44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 Ihrer Präsentation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3A053AC-629D-696D-3EF9-B3CD84330658}"/>
              </a:ext>
            </a:extLst>
          </p:cNvPr>
          <p:cNvGrpSpPr/>
          <p:nvPr userDrawn="1"/>
        </p:nvGrpSpPr>
        <p:grpSpPr>
          <a:xfrm rot="16200000">
            <a:off x="9052317" y="512273"/>
            <a:ext cx="3426623" cy="2402084"/>
            <a:chOff x="7582680" y="1972513"/>
            <a:chExt cx="4621936" cy="3240006"/>
          </a:xfrm>
        </p:grpSpPr>
        <p:sp>
          <p:nvSpPr>
            <p:cNvPr id="16" name="Abgerundetes Rechteck 15">
              <a:extLst>
                <a:ext uri="{FF2B5EF4-FFF2-40B4-BE49-F238E27FC236}">
                  <a16:creationId xmlns:a16="http://schemas.microsoft.com/office/drawing/2014/main" id="{75E80828-49BB-7B6D-7E19-CB2335FC001E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7" name="Träne 16">
              <a:extLst>
                <a:ext uri="{FF2B5EF4-FFF2-40B4-BE49-F238E27FC236}">
                  <a16:creationId xmlns:a16="http://schemas.microsoft.com/office/drawing/2014/main" id="{6711905F-0B3D-4F0D-B878-A07FB1787BE7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8" name="Ecken des Rechtecks auf der gleichen Seite abrunden 17">
              <a:extLst>
                <a:ext uri="{FF2B5EF4-FFF2-40B4-BE49-F238E27FC236}">
                  <a16:creationId xmlns:a16="http://schemas.microsoft.com/office/drawing/2014/main" id="{558E71D1-D0D3-EE76-84F6-D5950541A164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20" name="Freihandform 19">
              <a:extLst>
                <a:ext uri="{FF2B5EF4-FFF2-40B4-BE49-F238E27FC236}">
                  <a16:creationId xmlns:a16="http://schemas.microsoft.com/office/drawing/2014/main" id="{5A236357-9D26-AD57-8B58-D489D3246926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24334888-C654-C5D2-9E44-9AA956BF62BE}"/>
              </a:ext>
            </a:extLst>
          </p:cNvPr>
          <p:cNvSpPr txBox="1"/>
          <p:nvPr userDrawn="1"/>
        </p:nvSpPr>
        <p:spPr bwMode="gray">
          <a:xfrm>
            <a:off x="3554731" y="761238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err="1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B158011F-062D-773E-DC64-0AB491631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/>
              <a:t>Optionaler Text</a:t>
            </a:r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8B6E0FAF-F2F8-EBB6-5344-C806D3C5C3E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525057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3DE0D8E6-002A-7AD2-F576-41754F389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387" y="254416"/>
            <a:ext cx="2743200" cy="71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47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3" y="2069824"/>
            <a:ext cx="5735071" cy="1359176"/>
          </a:xfrm>
        </p:spPr>
        <p:txBody>
          <a:bodyPr/>
          <a:lstStyle>
            <a:lvl1pPr>
              <a:defRPr sz="5400" cap="all" spc="400" baseline="0"/>
            </a:lvl1pPr>
          </a:lstStyle>
          <a:p>
            <a:r>
              <a:rPr lang="de-DE" noProof="0"/>
              <a:t>Titel Ihrer Präsentation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7932421" y="0"/>
            <a:ext cx="4259579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99EAD2F7-48CE-EF0C-77D7-11F780E90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/>
              <a:t>Optionaler Text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6292613-986E-98DA-CD24-F0CDE15DD0C4}"/>
              </a:ext>
            </a:extLst>
          </p:cNvPr>
          <p:cNvGrpSpPr/>
          <p:nvPr userDrawn="1"/>
        </p:nvGrpSpPr>
        <p:grpSpPr>
          <a:xfrm>
            <a:off x="8589755" y="3294570"/>
            <a:ext cx="4177596" cy="3174456"/>
            <a:chOff x="8860223" y="3611128"/>
            <a:chExt cx="3866783" cy="2938277"/>
          </a:xfrm>
        </p:grpSpPr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A4530298-DA65-EA31-1E02-3FEBA79FC1D6}"/>
                </a:ext>
              </a:extLst>
            </p:cNvPr>
            <p:cNvSpPr/>
            <p:nvPr userDrawn="1"/>
          </p:nvSpPr>
          <p:spPr bwMode="gray">
            <a:xfrm rot="10800000">
              <a:off x="8860223" y="5748716"/>
              <a:ext cx="2537455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B298C402-1761-727E-686F-1A9D27CD4ACD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0" name="Ecken des Rechtecks auf der gleichen Seite abrunden 9">
              <a:extLst>
                <a:ext uri="{FF2B5EF4-FFF2-40B4-BE49-F238E27FC236}">
                  <a16:creationId xmlns:a16="http://schemas.microsoft.com/office/drawing/2014/main" id="{7BB49AB3-59F5-2016-3D5A-8E0FC7DE66A4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57892A4A-9F8F-12B2-D3FA-AD0C73A02E2E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6" name="Träne 15">
              <a:extLst>
                <a:ext uri="{FF2B5EF4-FFF2-40B4-BE49-F238E27FC236}">
                  <a16:creationId xmlns:a16="http://schemas.microsoft.com/office/drawing/2014/main" id="{524D76FF-39F8-3959-5FD1-C73CE9334F41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4FEF2A4D-1717-372D-646A-8881DBF941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15CACFF5-6C25-BA26-37BC-8B7DDD55D16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440992"/>
            <a:ext cx="144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739FF9F0-52B9-6AA3-D906-C1BD11398C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8163" y="3684083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/>
              <a:t>Zweite Headline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FA960C0F-08B7-894B-5F7B-EF89C80903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8163" y="4037359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3050498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61265F0-F998-3E9D-0044-69E87D9B064C}"/>
              </a:ext>
            </a:extLst>
          </p:cNvPr>
          <p:cNvGrpSpPr/>
          <p:nvPr userDrawn="1"/>
        </p:nvGrpSpPr>
        <p:grpSpPr>
          <a:xfrm>
            <a:off x="7806691" y="3250157"/>
            <a:ext cx="4960660" cy="3174456"/>
            <a:chOff x="8135419" y="3611128"/>
            <a:chExt cx="4591587" cy="2938277"/>
          </a:xfrm>
        </p:grpSpPr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90623127-FF91-A733-8709-AFC3695070A4}"/>
                </a:ext>
              </a:extLst>
            </p:cNvPr>
            <p:cNvSpPr/>
            <p:nvPr userDrawn="1"/>
          </p:nvSpPr>
          <p:spPr bwMode="gray">
            <a:xfrm rot="10800000">
              <a:off x="8135419" y="5748716"/>
              <a:ext cx="3262258" cy="80068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695FA46B-F686-4EAA-D716-C8E31F145FF7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0" name="Ecken des Rechtecks auf der gleichen Seite abrunden 9">
              <a:extLst>
                <a:ext uri="{FF2B5EF4-FFF2-40B4-BE49-F238E27FC236}">
                  <a16:creationId xmlns:a16="http://schemas.microsoft.com/office/drawing/2014/main" id="{853261A6-4A1F-4A06-F88F-14356F08944E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F0382D6B-3559-3082-E05C-1227EA0CB64D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5" name="Träne 14">
              <a:extLst>
                <a:ext uri="{FF2B5EF4-FFF2-40B4-BE49-F238E27FC236}">
                  <a16:creationId xmlns:a16="http://schemas.microsoft.com/office/drawing/2014/main" id="{41DB097B-9688-0FC6-7182-6933CE22F3F7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D1980A8E-C9E2-AC17-15DF-0414EB7AA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8551" y="254658"/>
            <a:ext cx="2743200" cy="718681"/>
          </a:xfrm>
          <a:prstGeom prst="rect">
            <a:avLst/>
          </a:prstGeom>
        </p:spPr>
      </p:pic>
      <p:sp>
        <p:nvSpPr>
          <p:cNvPr id="16" name="Titel 2">
            <a:extLst>
              <a:ext uri="{FF2B5EF4-FFF2-40B4-BE49-F238E27FC236}">
                <a16:creationId xmlns:a16="http://schemas.microsoft.com/office/drawing/2014/main" id="{8025341E-8C5B-FC2B-C5AB-9ED45BC69C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3" y="2069824"/>
            <a:ext cx="5735071" cy="1359176"/>
          </a:xfrm>
        </p:spPr>
        <p:txBody>
          <a:bodyPr/>
          <a:lstStyle>
            <a:lvl1pPr>
              <a:defRPr sz="5400" cap="all" spc="400" baseline="0"/>
            </a:lvl1pPr>
          </a:lstStyle>
          <a:p>
            <a:r>
              <a:rPr lang="de-DE" noProof="0"/>
              <a:t>Titel Ihrer Präsentation</a:t>
            </a:r>
          </a:p>
        </p:txBody>
      </p:sp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F2B35A3F-FE20-F62E-15A1-8A7ABDB48220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440992"/>
            <a:ext cx="144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7AEF825B-C1C6-CA90-C1F6-BAABFB0198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8163" y="3684083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/>
              <a:t>Zweite Headline</a:t>
            </a:r>
          </a:p>
        </p:txBody>
      </p:sp>
      <p:sp>
        <p:nvSpPr>
          <p:cNvPr id="20" name="Textplatzhalter 5">
            <a:extLst>
              <a:ext uri="{FF2B5EF4-FFF2-40B4-BE49-F238E27FC236}">
                <a16:creationId xmlns:a16="http://schemas.microsoft.com/office/drawing/2014/main" id="{E2CE01FB-764A-BD1C-BACB-6C8923F4D4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8163" y="4037359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3552408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1" y="1244140"/>
            <a:ext cx="11651467" cy="3307824"/>
          </a:xfrm>
          <a:custGeom>
            <a:avLst/>
            <a:gdLst>
              <a:gd name="connsiteX0" fmla="*/ 0 w 11655425"/>
              <a:gd name="connsiteY0" fmla="*/ 0 h 4120164"/>
              <a:gd name="connsiteX1" fmla="*/ 9595343 w 11655425"/>
              <a:gd name="connsiteY1" fmla="*/ 0 h 4120164"/>
              <a:gd name="connsiteX2" fmla="*/ 11655425 w 11655425"/>
              <a:gd name="connsiteY2" fmla="*/ 2060082 h 4120164"/>
              <a:gd name="connsiteX3" fmla="*/ 9595343 w 11655425"/>
              <a:gd name="connsiteY3" fmla="*/ 4120164 h 4120164"/>
              <a:gd name="connsiteX4" fmla="*/ 0 w 11655425"/>
              <a:gd name="connsiteY4" fmla="*/ 4120164 h 4120164"/>
              <a:gd name="connsiteX0" fmla="*/ 0 w 11655425"/>
              <a:gd name="connsiteY0" fmla="*/ 0 h 4120164"/>
              <a:gd name="connsiteX1" fmla="*/ 9595343 w 11655425"/>
              <a:gd name="connsiteY1" fmla="*/ 0 h 4120164"/>
              <a:gd name="connsiteX2" fmla="*/ 11655425 w 11655425"/>
              <a:gd name="connsiteY2" fmla="*/ 2060082 h 4120164"/>
              <a:gd name="connsiteX3" fmla="*/ 9595343 w 11655425"/>
              <a:gd name="connsiteY3" fmla="*/ 4120164 h 4120164"/>
              <a:gd name="connsiteX4" fmla="*/ 0 w 11655425"/>
              <a:gd name="connsiteY4" fmla="*/ 4120164 h 4120164"/>
              <a:gd name="connsiteX5" fmla="*/ 0 w 11655425"/>
              <a:gd name="connsiteY5" fmla="*/ 0 h 4120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55425" h="4120164">
                <a:moveTo>
                  <a:pt x="0" y="0"/>
                </a:moveTo>
                <a:lnTo>
                  <a:pt x="9595343" y="0"/>
                </a:lnTo>
                <a:cubicBezTo>
                  <a:pt x="10733095" y="0"/>
                  <a:pt x="11655425" y="648137"/>
                  <a:pt x="11655425" y="2060082"/>
                </a:cubicBezTo>
                <a:cubicBezTo>
                  <a:pt x="11655425" y="3472027"/>
                  <a:pt x="10733095" y="4120164"/>
                  <a:pt x="9595343" y="4120164"/>
                </a:cubicBezTo>
                <a:lnTo>
                  <a:pt x="0" y="4120164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Optionaler Text</a:t>
            </a:r>
          </a:p>
        </p:txBody>
      </p: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777E5226-D6C8-D9EF-323B-B8ECA75A87A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A448B80B-9737-0AEF-F63B-A91A3F17C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76248" y="26181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94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" y="0"/>
            <a:ext cx="12191999" cy="433692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Optionaler Text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76DE688-3D7D-921B-78CF-AECA23B3D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1DEE918-F528-94BC-D1C4-43F0EDCD96C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765381" y="1720044"/>
            <a:ext cx="3426623" cy="2402084"/>
            <a:chOff x="7582680" y="1972513"/>
            <a:chExt cx="4621936" cy="3240006"/>
          </a:xfrm>
        </p:grpSpPr>
        <p:sp>
          <p:nvSpPr>
            <p:cNvPr id="12" name="Abgerundetes Rechteck 11">
              <a:extLst>
                <a:ext uri="{FF2B5EF4-FFF2-40B4-BE49-F238E27FC236}">
                  <a16:creationId xmlns:a16="http://schemas.microsoft.com/office/drawing/2014/main" id="{651E178D-20E3-A9EB-5500-6512332972CF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3" name="Träne 12">
              <a:extLst>
                <a:ext uri="{FF2B5EF4-FFF2-40B4-BE49-F238E27FC236}">
                  <a16:creationId xmlns:a16="http://schemas.microsoft.com/office/drawing/2014/main" id="{EAD5913B-7CC1-CC49-5D68-D20FAC880D71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4" name="Ecken des Rechtecks auf der gleichen Seite abrunden 13">
              <a:extLst>
                <a:ext uri="{FF2B5EF4-FFF2-40B4-BE49-F238E27FC236}">
                  <a16:creationId xmlns:a16="http://schemas.microsoft.com/office/drawing/2014/main" id="{D0A979C3-0887-285C-A80B-5BC579A45227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BCBA3CBD-BA7E-E0E0-CC19-B5A638408C52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3A14CAB3-80A8-D39A-7FB1-279E336BF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155" y="253114"/>
            <a:ext cx="2743200" cy="7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17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1" y="2704992"/>
            <a:ext cx="6567811" cy="1672597"/>
          </a:xfrm>
        </p:spPr>
        <p:txBody>
          <a:bodyPr anchor="ctr"/>
          <a:lstStyle>
            <a:lvl1pPr>
              <a:defRPr sz="54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 Ihrer Präsentation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91C42C-1E58-51DB-7836-562E70393F2D}"/>
              </a:ext>
            </a:extLst>
          </p:cNvPr>
          <p:cNvSpPr txBox="1"/>
          <p:nvPr userDrawn="1"/>
        </p:nvSpPr>
        <p:spPr bwMode="gray">
          <a:xfrm>
            <a:off x="-952107" y="34219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err="1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7B12CCF-A3C3-A33B-006C-2625E501C68D}"/>
              </a:ext>
            </a:extLst>
          </p:cNvPr>
          <p:cNvSpPr txBox="1"/>
          <p:nvPr userDrawn="1"/>
        </p:nvSpPr>
        <p:spPr bwMode="gray">
          <a:xfrm>
            <a:off x="3026004" y="-7070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err="1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7F68E5A-4D2F-3B66-CBD9-B01F895B56B3}"/>
              </a:ext>
            </a:extLst>
          </p:cNvPr>
          <p:cNvGrpSpPr/>
          <p:nvPr userDrawn="1"/>
        </p:nvGrpSpPr>
        <p:grpSpPr>
          <a:xfrm>
            <a:off x="-1590" y="-5"/>
            <a:ext cx="2984900" cy="1979629"/>
            <a:chOff x="-1590" y="-5"/>
            <a:chExt cx="2984900" cy="1979629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15960CE-BE2B-2753-8D32-12D29EDB9288}"/>
                </a:ext>
              </a:extLst>
            </p:cNvPr>
            <p:cNvSpPr/>
            <p:nvPr userDrawn="1"/>
          </p:nvSpPr>
          <p:spPr bwMode="gray">
            <a:xfrm rot="10800000">
              <a:off x="961532" y="-3"/>
              <a:ext cx="1508289" cy="10047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8" name="Träne 17">
              <a:extLst>
                <a:ext uri="{FF2B5EF4-FFF2-40B4-BE49-F238E27FC236}">
                  <a16:creationId xmlns:a16="http://schemas.microsoft.com/office/drawing/2014/main" id="{A0B2BBC5-374C-E03C-C219-E976B6CEBE50}"/>
                </a:ext>
              </a:extLst>
            </p:cNvPr>
            <p:cNvSpPr/>
            <p:nvPr userDrawn="1"/>
          </p:nvSpPr>
          <p:spPr bwMode="gray">
            <a:xfrm rot="10800000">
              <a:off x="1978410" y="-2"/>
              <a:ext cx="1004900" cy="1004738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5BBAF3B-9279-6232-956F-E4547E971BBF}"/>
                </a:ext>
              </a:extLst>
            </p:cNvPr>
            <p:cNvSpPr/>
            <p:nvPr userDrawn="1"/>
          </p:nvSpPr>
          <p:spPr bwMode="gray">
            <a:xfrm rot="10800000">
              <a:off x="-1590" y="-5"/>
              <a:ext cx="1980000" cy="197962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sp>
        <p:nvSpPr>
          <p:cNvPr id="22" name="Ecken des Rechtecks auf der gleichen Seite abrunden 21">
            <a:extLst>
              <a:ext uri="{FF2B5EF4-FFF2-40B4-BE49-F238E27FC236}">
                <a16:creationId xmlns:a16="http://schemas.microsoft.com/office/drawing/2014/main" id="{922E8C8C-30D6-7080-0334-C6DBFCE520BA}"/>
              </a:ext>
            </a:extLst>
          </p:cNvPr>
          <p:cNvSpPr/>
          <p:nvPr userDrawn="1"/>
        </p:nvSpPr>
        <p:spPr bwMode="gray">
          <a:xfrm rot="5400000">
            <a:off x="5915334" y="507081"/>
            <a:ext cx="1963393" cy="98169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6887022B-50F5-E2C8-C794-DA70748D7425}"/>
              </a:ext>
            </a:extLst>
          </p:cNvPr>
          <p:cNvSpPr/>
          <p:nvPr userDrawn="1"/>
        </p:nvSpPr>
        <p:spPr bwMode="gray">
          <a:xfrm rot="10800000">
            <a:off x="5924928" y="999987"/>
            <a:ext cx="489821" cy="979643"/>
          </a:xfrm>
          <a:custGeom>
            <a:avLst/>
            <a:gdLst>
              <a:gd name="connsiteX0" fmla="*/ 0 w 540000"/>
              <a:gd name="connsiteY0" fmla="*/ 0 h 1080000"/>
              <a:gd name="connsiteX1" fmla="*/ 540000 w 540000"/>
              <a:gd name="connsiteY1" fmla="*/ 540000 h 1080000"/>
              <a:gd name="connsiteX2" fmla="*/ 0 w 540000"/>
              <a:gd name="connsiteY2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00" h="1080000">
                <a:moveTo>
                  <a:pt x="0" y="0"/>
                </a:moveTo>
                <a:cubicBezTo>
                  <a:pt x="298234" y="0"/>
                  <a:pt x="540000" y="241766"/>
                  <a:pt x="540000" y="540000"/>
                </a:cubicBezTo>
                <a:cubicBezTo>
                  <a:pt x="540000" y="838234"/>
                  <a:pt x="298234" y="1080000"/>
                  <a:pt x="0" y="108000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3C96C92B-E526-C070-9A68-8FF40376523C}"/>
              </a:ext>
            </a:extLst>
          </p:cNvPr>
          <p:cNvSpPr/>
          <p:nvPr userDrawn="1"/>
        </p:nvSpPr>
        <p:spPr bwMode="gray">
          <a:xfrm rot="10800000">
            <a:off x="7387875" y="999985"/>
            <a:ext cx="3123012" cy="97964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25" name="Freihandform 24">
            <a:extLst>
              <a:ext uri="{FF2B5EF4-FFF2-40B4-BE49-F238E27FC236}">
                <a16:creationId xmlns:a16="http://schemas.microsoft.com/office/drawing/2014/main" id="{5484DD6E-4EBD-1D65-002C-D5BABD669C88}"/>
              </a:ext>
            </a:extLst>
          </p:cNvPr>
          <p:cNvSpPr/>
          <p:nvPr userDrawn="1"/>
        </p:nvSpPr>
        <p:spPr bwMode="gray">
          <a:xfrm rot="5400000">
            <a:off x="8032720" y="-496084"/>
            <a:ext cx="1012131" cy="1980000"/>
          </a:xfrm>
          <a:custGeom>
            <a:avLst/>
            <a:gdLst>
              <a:gd name="connsiteX0" fmla="*/ 0 w 540000"/>
              <a:gd name="connsiteY0" fmla="*/ 0 h 1080000"/>
              <a:gd name="connsiteX1" fmla="*/ 540000 w 540000"/>
              <a:gd name="connsiteY1" fmla="*/ 540000 h 1080000"/>
              <a:gd name="connsiteX2" fmla="*/ 0 w 540000"/>
              <a:gd name="connsiteY2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00" h="1080000">
                <a:moveTo>
                  <a:pt x="0" y="0"/>
                </a:moveTo>
                <a:cubicBezTo>
                  <a:pt x="298234" y="0"/>
                  <a:pt x="540000" y="241766"/>
                  <a:pt x="540000" y="540000"/>
                </a:cubicBezTo>
                <a:cubicBezTo>
                  <a:pt x="540000" y="838234"/>
                  <a:pt x="298234" y="1080000"/>
                  <a:pt x="0" y="10800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26" name="Ecken des Rechtecks auf der gleichen Seite abrunden 25">
            <a:extLst>
              <a:ext uri="{FF2B5EF4-FFF2-40B4-BE49-F238E27FC236}">
                <a16:creationId xmlns:a16="http://schemas.microsoft.com/office/drawing/2014/main" id="{FC0F0F63-C19D-31D4-A83B-24518F5AD492}"/>
              </a:ext>
            </a:extLst>
          </p:cNvPr>
          <p:cNvSpPr/>
          <p:nvPr userDrawn="1"/>
        </p:nvSpPr>
        <p:spPr bwMode="gray">
          <a:xfrm rot="10800000">
            <a:off x="9529189" y="-12151"/>
            <a:ext cx="3678099" cy="101168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DA679B1-E2E7-9F8B-8FE8-9674FA97153F}"/>
              </a:ext>
            </a:extLst>
          </p:cNvPr>
          <p:cNvGrpSpPr/>
          <p:nvPr userDrawn="1"/>
        </p:nvGrpSpPr>
        <p:grpSpPr>
          <a:xfrm flipH="1">
            <a:off x="9205511" y="1991779"/>
            <a:ext cx="2984900" cy="1979629"/>
            <a:chOff x="-1590" y="-5"/>
            <a:chExt cx="2984900" cy="1979629"/>
          </a:xfrm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539C6DDD-D071-7EE3-FADB-477592CF60CA}"/>
                </a:ext>
              </a:extLst>
            </p:cNvPr>
            <p:cNvSpPr/>
            <p:nvPr userDrawn="1"/>
          </p:nvSpPr>
          <p:spPr bwMode="gray">
            <a:xfrm rot="10800000">
              <a:off x="961532" y="-3"/>
              <a:ext cx="1508289" cy="10047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29" name="Träne 28">
              <a:extLst>
                <a:ext uri="{FF2B5EF4-FFF2-40B4-BE49-F238E27FC236}">
                  <a16:creationId xmlns:a16="http://schemas.microsoft.com/office/drawing/2014/main" id="{264D79A3-2E31-2CE4-11AD-2D15EDB1B7CA}"/>
                </a:ext>
              </a:extLst>
            </p:cNvPr>
            <p:cNvSpPr/>
            <p:nvPr userDrawn="1"/>
          </p:nvSpPr>
          <p:spPr bwMode="gray">
            <a:xfrm rot="10800000">
              <a:off x="1978410" y="-2"/>
              <a:ext cx="1004900" cy="1004738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C280F4A-4214-436B-55DF-FCC5C88B5701}"/>
                </a:ext>
              </a:extLst>
            </p:cNvPr>
            <p:cNvSpPr/>
            <p:nvPr userDrawn="1"/>
          </p:nvSpPr>
          <p:spPr bwMode="gray">
            <a:xfrm rot="10800000">
              <a:off x="-1590" y="-5"/>
              <a:ext cx="1980000" cy="197962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61A21602-055F-1A95-47F1-F6768C5BDE3F}"/>
              </a:ext>
            </a:extLst>
          </p:cNvPr>
          <p:cNvSpPr/>
          <p:nvPr userDrawn="1"/>
        </p:nvSpPr>
        <p:spPr bwMode="gray">
          <a:xfrm>
            <a:off x="5935088" y="4516176"/>
            <a:ext cx="3123013" cy="979644"/>
          </a:xfrm>
          <a:custGeom>
            <a:avLst/>
            <a:gdLst>
              <a:gd name="connsiteX0" fmla="*/ 489823 w 3123013"/>
              <a:gd name="connsiteY0" fmla="*/ 0 h 979644"/>
              <a:gd name="connsiteX1" fmla="*/ 2633191 w 3123013"/>
              <a:gd name="connsiteY1" fmla="*/ 1 h 979644"/>
              <a:gd name="connsiteX2" fmla="*/ 2637576 w 3123013"/>
              <a:gd name="connsiteY2" fmla="*/ 443 h 979644"/>
              <a:gd name="connsiteX3" fmla="*/ 3123013 w 3123013"/>
              <a:gd name="connsiteY3" fmla="*/ 443 h 979644"/>
              <a:gd name="connsiteX4" fmla="*/ 3123013 w 3123013"/>
              <a:gd name="connsiteY4" fmla="*/ 489822 h 979644"/>
              <a:gd name="connsiteX5" fmla="*/ 3123013 w 3123013"/>
              <a:gd name="connsiteY5" fmla="*/ 489823 h 979644"/>
              <a:gd name="connsiteX6" fmla="*/ 3123013 w 3123013"/>
              <a:gd name="connsiteY6" fmla="*/ 490043 h 979644"/>
              <a:gd name="connsiteX7" fmla="*/ 2633413 w 3123013"/>
              <a:gd name="connsiteY7" fmla="*/ 979643 h 979644"/>
              <a:gd name="connsiteX8" fmla="*/ 2633307 w 3123013"/>
              <a:gd name="connsiteY8" fmla="*/ 979633 h 979644"/>
              <a:gd name="connsiteX9" fmla="*/ 2633191 w 3123013"/>
              <a:gd name="connsiteY9" fmla="*/ 979644 h 979644"/>
              <a:gd name="connsiteX10" fmla="*/ 489822 w 3123013"/>
              <a:gd name="connsiteY10" fmla="*/ 979644 h 979644"/>
              <a:gd name="connsiteX11" fmla="*/ 0 w 3123013"/>
              <a:gd name="connsiteY11" fmla="*/ 489822 h 979644"/>
              <a:gd name="connsiteX12" fmla="*/ 1 w 3123013"/>
              <a:gd name="connsiteY12" fmla="*/ 489822 h 979644"/>
              <a:gd name="connsiteX13" fmla="*/ 489823 w 3123013"/>
              <a:gd name="connsiteY13" fmla="*/ 0 h 97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23013" h="979644">
                <a:moveTo>
                  <a:pt x="489823" y="0"/>
                </a:moveTo>
                <a:lnTo>
                  <a:pt x="2633191" y="1"/>
                </a:lnTo>
                <a:lnTo>
                  <a:pt x="2637576" y="443"/>
                </a:lnTo>
                <a:lnTo>
                  <a:pt x="3123013" y="443"/>
                </a:lnTo>
                <a:lnTo>
                  <a:pt x="3123013" y="489822"/>
                </a:lnTo>
                <a:lnTo>
                  <a:pt x="3123013" y="489823"/>
                </a:lnTo>
                <a:lnTo>
                  <a:pt x="3123013" y="490043"/>
                </a:lnTo>
                <a:cubicBezTo>
                  <a:pt x="3123013" y="760442"/>
                  <a:pt x="2903812" y="979643"/>
                  <a:pt x="2633413" y="979643"/>
                </a:cubicBezTo>
                <a:lnTo>
                  <a:pt x="2633307" y="979633"/>
                </a:lnTo>
                <a:lnTo>
                  <a:pt x="2633191" y="979644"/>
                </a:lnTo>
                <a:lnTo>
                  <a:pt x="489822" y="979644"/>
                </a:lnTo>
                <a:cubicBezTo>
                  <a:pt x="219301" y="979644"/>
                  <a:pt x="0" y="760343"/>
                  <a:pt x="0" y="489822"/>
                </a:cubicBezTo>
                <a:lnTo>
                  <a:pt x="1" y="489822"/>
                </a:lnTo>
                <a:cubicBezTo>
                  <a:pt x="1" y="219301"/>
                  <a:pt x="219302" y="0"/>
                  <a:pt x="489823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34" name="Ecken des Rechtecks auf der gleichen Seite abrunden 33">
            <a:extLst>
              <a:ext uri="{FF2B5EF4-FFF2-40B4-BE49-F238E27FC236}">
                <a16:creationId xmlns:a16="http://schemas.microsoft.com/office/drawing/2014/main" id="{653F5D4B-D26B-36FA-DE7D-0304DD6CCC7E}"/>
              </a:ext>
            </a:extLst>
          </p:cNvPr>
          <p:cNvSpPr/>
          <p:nvPr userDrawn="1"/>
        </p:nvSpPr>
        <p:spPr bwMode="gray">
          <a:xfrm rot="16200000">
            <a:off x="10350212" y="4662708"/>
            <a:ext cx="2520944" cy="1162639"/>
          </a:xfrm>
          <a:prstGeom prst="round2SameRect">
            <a:avLst>
              <a:gd name="adj1" fmla="val 38265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E1E2A0-CE6A-3E55-E670-6F82CB241E4D}"/>
              </a:ext>
            </a:extLst>
          </p:cNvPr>
          <p:cNvSpPr/>
          <p:nvPr userDrawn="1"/>
        </p:nvSpPr>
        <p:spPr bwMode="gray">
          <a:xfrm rot="10800000" flipH="1">
            <a:off x="9058729" y="3596891"/>
            <a:ext cx="1980000" cy="19796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165800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7861A4D-26DF-4B4D-A8C0-9967DC465046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5375" y="193604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35375" y="3278903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5375" y="462177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445843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445843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445843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2014275" y="1936404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014275" y="3279829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2014275" y="4622697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573101" y="193604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573101" y="3278903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573101" y="462177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83568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83568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83568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8052000" y="1936404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8052000" y="3279829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8052000" y="4622697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AE9257-91B7-44F3-6DB2-816167CFF7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1DB18FC-647A-6ED9-F985-63AA871420A7}"/>
              </a:ext>
            </a:extLst>
          </p:cNvPr>
          <p:cNvSpPr txBox="1"/>
          <p:nvPr userDrawn="1"/>
        </p:nvSpPr>
        <p:spPr bwMode="gray">
          <a:xfrm>
            <a:off x="2555913" y="96948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err="1"/>
          </a:p>
        </p:txBody>
      </p:sp>
    </p:spTree>
    <p:extLst>
      <p:ext uri="{BB962C8B-B14F-4D97-AF65-F5344CB8AC3E}">
        <p14:creationId xmlns:p14="http://schemas.microsoft.com/office/powerpoint/2010/main" val="2415131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0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F1A127F-F424-45E2-A676-1A010C35CFDA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3" y="1640889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3" y="2566283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40003" y="3491677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281191" y="19832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281191" y="2908707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281191" y="3834115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813623" y="164130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813623" y="2566792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1813623" y="3492324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703733" y="1640889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703733" y="2566297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703733" y="3491705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44920" y="19832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44920" y="2908707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44920" y="3834115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977352" y="164130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977352" y="2566828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7977352" y="349234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81DE1502-CE73-8298-D8C5-3A5D8568BC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540003" y="4417071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582811F0-06F9-4DE4-B020-1D77B9C5ED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 rot="5400000">
            <a:off x="1281191" y="4759523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6F3CB668-33C7-3559-F11F-7DC734C286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813623" y="4417862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4EC4C988-216D-D36C-800D-E7CA930BE08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703733" y="4417113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CCAF996-A951-A0F9-3400-723716D5FE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 rot="5400000">
            <a:off x="7444920" y="4759523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82468B80-FE69-5872-C6AE-00B8B99DE60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>
          <a:xfrm>
            <a:off x="7977352" y="4417874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48DB145D-15D9-9D0B-62E6-36FB7E6F55D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40003" y="5342520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33" name="Textplatzhalter 13">
            <a:extLst>
              <a:ext uri="{FF2B5EF4-FFF2-40B4-BE49-F238E27FC236}">
                <a16:creationId xmlns:a16="http://schemas.microsoft.com/office/drawing/2014/main" id="{A786165B-AF5B-B959-7697-02D4FD033B0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 rot="5400000">
            <a:off x="1281191" y="5684930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202B2D3B-328C-8B2F-4D87-4699A60953E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>
          <a:xfrm>
            <a:off x="1813623" y="5342936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431642EA-BF56-4380-2A32-D46C38C57B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703733" y="5342520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NR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136C8FD7-F04C-06A9-E468-391BF1D863A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 rot="5400000">
            <a:off x="7444920" y="5684930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C358E050-5D2E-31D5-3DE5-9BA06FF64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gray">
          <a:xfrm>
            <a:off x="7977352" y="5343398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4523F32-FF9D-31E0-46B8-E10675490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F66D26DE-7509-D6C2-9FB2-04A24087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092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A8A9A55-2ABC-4FFE-87E5-39C6B5EC27C8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1371CE7E-63D6-B4E5-64A1-C24F9586E3B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D5B7FF04-A8B8-2C74-BD85-B758EFF5D6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67452D9-F2E0-270B-8485-AC0409566E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628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Basis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A8A9A55-2ABC-4FFE-87E5-39C6B5EC27C8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4BEE6E83-38CC-EACB-D6E1-A12EA544E0F8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5" name="Straight Connector 8">
            <a:extLst>
              <a:ext uri="{FF2B5EF4-FFF2-40B4-BE49-F238E27FC236}">
                <a16:creationId xmlns:a16="http://schemas.microsoft.com/office/drawing/2014/main" id="{22B07E1B-A715-5FC6-DCBE-9F4ED8650D4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64EDB1D-D840-7CD1-71B6-9629A6C3877A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39DDECA5-A066-00E2-0A0B-20F8CDB49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8349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_Basis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9996B166-0B30-ECDE-3951-BE579B226BD6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67FC0A08-A563-B457-62A7-B3683F1470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3F3AAC92-C29A-CAB8-1D8D-A5F06D0A7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78B455D1-9C0B-396A-3A60-C09D542EEACA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540433-DD97-9CC6-73FE-F713798D2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8A4C0A-D6F8-074F-DFD5-C06E045E4A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390820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palte Inhalt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89EA301-FA80-4CD7-855B-3806D9580403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B4568DE3-CFE6-96A7-0F60-2CE4CE37EA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C22C5470-F3B5-62ED-2CEA-0B73B39344E5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418358E0-EB1A-8F8C-6AFA-CE1D12102E0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223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asis 1HL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93F667-5A7C-6FC2-73C3-8B45FDC803D5}"/>
              </a:ext>
            </a:extLst>
          </p:cNvPr>
          <p:cNvSpPr/>
          <p:nvPr userDrawn="1"/>
        </p:nvSpPr>
        <p:spPr bwMode="gray">
          <a:xfrm>
            <a:off x="400693" y="1191802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02F2471-F54C-A94C-4B7B-2A1944F1E1B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5">
            <a:extLst>
              <a:ext uri="{FF2B5EF4-FFF2-40B4-BE49-F238E27FC236}">
                <a16:creationId xmlns:a16="http://schemas.microsoft.com/office/drawing/2014/main" id="{AB4F7139-E249-FDD7-41B0-37E426B0780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E675394-1C73-E3BE-B2BF-8F88CB91DDC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9A4914D5-CD1C-91D9-9CC9-9D245E64B5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10" name="Foliennummernplatzhalter 8">
            <a:extLst>
              <a:ext uri="{FF2B5EF4-FFF2-40B4-BE49-F238E27FC236}">
                <a16:creationId xmlns:a16="http://schemas.microsoft.com/office/drawing/2014/main" id="{6E392A04-143E-1F5C-920D-35B9FA64C2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195542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52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A6988E0-CF27-6F7B-051C-01D83490E8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F3AC6AA-7EE2-615F-17B8-57EF4790FC0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70825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ita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0057E71-A46D-4EB4-AA04-9E0B1DE73B56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76000" y="1343027"/>
            <a:ext cx="5916000" cy="4965521"/>
          </a:xfrm>
          <a:prstGeom prst="roundRect">
            <a:avLst>
              <a:gd name="adj" fmla="val 9301"/>
            </a:avLst>
          </a:prstGeom>
          <a:solidFill>
            <a:schemeClr val="accent1"/>
          </a:solidFill>
        </p:spPr>
        <p:txBody>
          <a:bodyPr wrap="square" lIns="720000" tIns="360000" rIns="720000" bIns="360000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2" y="6020548"/>
            <a:ext cx="5400001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A306024-9C95-2495-A8D3-C770E034B0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2A0A7518-710A-6F47-438B-3B2A3D472F5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99851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1EFC4A3-7BF0-4E93-A645-24685B17FB36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4332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09D5253A-D565-7F8D-FD2E-AC147E93B844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8124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72A7860-AF9F-82E2-DA55-12674D25C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5F9FE149-61F0-6F1F-C930-401BCD3723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7559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 1/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70838696-0180-4445-B677-64860308D032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4" y="1728000"/>
            <a:ext cx="732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8124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27FCEE5-6C7B-8D55-2B72-27351A8C2B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0BB3BDE4-F447-1BD3-8211-36CC9E53746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7347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/2 Zeilen Inhalt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3BBD197-B443-4094-947A-7E775B79C310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52000" y="1728000"/>
            <a:ext cx="540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1829BD12-AEEB-27EA-6591-86E13871D9B0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540000" y="4346081"/>
            <a:ext cx="540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5A407BCC-BE92-C697-C914-2586840781D0}"/>
              </a:ext>
            </a:extLst>
          </p:cNvPr>
          <p:cNvSpPr>
            <a:spLocks noGrp="1"/>
          </p:cNvSpPr>
          <p:nvPr>
            <p:ph sz="quarter" idx="22"/>
          </p:nvPr>
        </p:nvSpPr>
        <p:spPr bwMode="gray">
          <a:xfrm>
            <a:off x="6252000" y="4346081"/>
            <a:ext cx="540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6EFB16F-67A5-3015-E165-B15B61FA8F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D03F86F-38FA-DD08-BBBA-B69F6E4612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1284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B848F595-3A53-4465-A9D4-7161448B6804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2" y="6020548"/>
            <a:ext cx="11112001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2" y="1728000"/>
            <a:ext cx="732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8124000" y="1341679"/>
            <a:ext cx="4068000" cy="4526327"/>
          </a:xfrm>
          <a:prstGeom prst="round2DiagRect">
            <a:avLst>
              <a:gd name="adj1" fmla="val 11048"/>
              <a:gd name="adj2" fmla="val 0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ADDAAD3-8C90-C436-2FB2-C0E7F7F8A1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24001" y="5183307"/>
            <a:ext cx="4068000" cy="684694"/>
          </a:xfrm>
          <a:solidFill>
            <a:schemeClr val="bg1">
              <a:alpha val="62772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Bildbeschreibung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A1347CF6-A22F-4A86-BEDF-5E197C109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14" name="Titel 5">
            <a:extLst>
              <a:ext uri="{FF2B5EF4-FFF2-40B4-BE49-F238E27FC236}">
                <a16:creationId xmlns:a16="http://schemas.microsoft.com/office/drawing/2014/main" id="{711EE83A-2BB5-A9EA-8760-727BA5B03A7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5925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4" y="0"/>
            <a:ext cx="5940001" cy="685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A61B560-CF7F-E813-D84E-F0F3ECA8A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39F4348-9986-1829-2913-25EB57F6925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17703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96EA9BF-EB8A-4913-8C74-5DF64DAF5843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13EFE7C-F956-1318-08D0-3533C764B8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F862076-240E-C6CE-E482-133D560F9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530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96EA9BF-EB8A-4913-8C74-5DF64DAF5843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1" y="1728000"/>
            <a:ext cx="3233779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760399" y="1728000"/>
            <a:ext cx="4891604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53B1DDE3-1BA7-9A47-EE52-D0832DC5F133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3941171" y="1728000"/>
            <a:ext cx="2651839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B2B4CD9-A441-EBB9-9736-41DF70A9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12" name="Titel 5">
            <a:extLst>
              <a:ext uri="{FF2B5EF4-FFF2-40B4-BE49-F238E27FC236}">
                <a16:creationId xmlns:a16="http://schemas.microsoft.com/office/drawing/2014/main" id="{8C56E851-08CB-B720-BBF4-37CA2DB00E1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7148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 + Bild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96EA9BF-EB8A-4913-8C74-5DF64DAF5843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C139267C-758D-19ED-E2E7-D54E2840BFF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8BC89BFE-761E-95AE-EE84-621E157C003F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86E2C9D6-589A-4600-9034-1706C5B29C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94769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 Inhalt + Bild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F8AEEB5-BC44-1476-EF9C-1146AB445E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5E3BB8B0-F0DF-EB98-4262-9CD69FEF9B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4582D6F4-34C4-73B6-17DE-DD68875DF596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E5DAF59F-8181-8931-A211-7FA0A86EC9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11" name="Foliennummernplatzhalter 8">
            <a:extLst>
              <a:ext uri="{FF2B5EF4-FFF2-40B4-BE49-F238E27FC236}">
                <a16:creationId xmlns:a16="http://schemas.microsoft.com/office/drawing/2014/main" id="{D18C086B-FF2D-3D9D-4516-EE00D37193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873609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 + Bilder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F28F8B0-0C1E-411F-AA6B-DC5D3064A0D5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1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227C87D-1EBD-DE71-64CA-8F2BC8AF6D45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412800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62E7437-B246-7E60-400E-1513A4618D4E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 bwMode="gray">
          <a:xfrm>
            <a:off x="825600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4722296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38166" y="4232201"/>
            <a:ext cx="11117263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33F54FC-DF26-8374-0999-215822BFF2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E89CBAA1-D7E7-44C5-3FEF-4ADD29D9A13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3510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04CB600-3A52-4CAD-B492-09A49197D7A2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12192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40004" y="4232201"/>
            <a:ext cx="11115425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0B81AC2-BE9A-E8F2-7614-A44D14DEED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3384DF6-53AD-B41E-8C76-46AE6821362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DC589DCD-0883-9ECB-2B5C-2CC68B2235E6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4722296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9514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5184405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04CB600-3A52-4CAD-B492-09A49197D7A2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12192000" cy="3376886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40004" y="4839185"/>
            <a:ext cx="11115425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BD7B83-A72F-C384-AF06-9302DAC73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3DA61294-FD76-1050-9A8D-6C090A1FD92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5009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1219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D724A35-4CC3-45A1-955B-E9A1310F8EB8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5705570-DF63-C80D-DC16-A121A7C7C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9547E540-028E-809B-5018-43AFF977EBD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6381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12192000" cy="586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D724A35-4CC3-45A1-955B-E9A1310F8EB8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DD465-6470-711A-FB34-952E21949C43}"/>
              </a:ext>
            </a:extLst>
          </p:cNvPr>
          <p:cNvSpPr txBox="1"/>
          <p:nvPr userDrawn="1"/>
        </p:nvSpPr>
        <p:spPr bwMode="gray">
          <a:xfrm>
            <a:off x="9575515" y="6883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err="1"/>
          </a:p>
        </p:txBody>
      </p:sp>
    </p:spTree>
    <p:extLst>
      <p:ext uri="{BB962C8B-B14F-4D97-AF65-F5344CB8AC3E}">
        <p14:creationId xmlns:p14="http://schemas.microsoft.com/office/powerpoint/2010/main" val="1779086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DD465-6470-711A-FB34-952E21949C43}"/>
              </a:ext>
            </a:extLst>
          </p:cNvPr>
          <p:cNvSpPr txBox="1"/>
          <p:nvPr userDrawn="1"/>
        </p:nvSpPr>
        <p:spPr bwMode="gray">
          <a:xfrm>
            <a:off x="9575515" y="6883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err="1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88FBA2FE-2221-CAAF-14C9-4B49A6E85835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6661BE8-99AB-A0E3-693E-949BB842B0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8" name="Foliennummernplatzhalter 8">
            <a:extLst>
              <a:ext uri="{FF2B5EF4-FFF2-40B4-BE49-F238E27FC236}">
                <a16:creationId xmlns:a16="http://schemas.microsoft.com/office/drawing/2014/main" id="{33C978E7-FBFE-236C-7014-D10F39C1CC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039640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1219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1920AAC-57FF-4A30-824C-41AEEB711D05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40230"/>
            <a:ext cx="3349981" cy="3896666"/>
          </a:xfrm>
          <a:prstGeom prst="roundRect">
            <a:avLst>
              <a:gd name="adj" fmla="val 9502"/>
            </a:avLst>
          </a:prstGeom>
          <a:solidFill>
            <a:schemeClr val="bg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C834D37-8290-7EC9-1D48-400E8CD350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2B5094DC-4193-9938-7288-EC722244EF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2978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FEC8DFB-6EF3-6A2C-CE7F-228134656AB7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err="1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7A221482-CDA6-4B1D-B609-09B1C41DA36C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4D41A984-A6E0-46DE-7D1E-938B448B479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252000" y="1287552"/>
            <a:ext cx="5400000" cy="2160000"/>
          </a:xfrm>
          <a:prstGeom prst="round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6CF18E5B-64DF-F042-A224-59AF58C58D5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6252000" y="3708000"/>
            <a:ext cx="5400000" cy="2160000"/>
          </a:xfrm>
          <a:prstGeom prst="round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5B42AE5-B0FF-9273-55D9-CFC2E4C955C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40000" y="1255589"/>
            <a:ext cx="5400000" cy="4580444"/>
          </a:xfrm>
          <a:prstGeom prst="roundRect">
            <a:avLst>
              <a:gd name="adj" fmla="val 7684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2F76DCC3-FF69-B4FD-0213-CDABFD16AA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40000" y="5183308"/>
            <a:ext cx="5400000" cy="684694"/>
          </a:xfrm>
          <a:solidFill>
            <a:schemeClr val="bg1">
              <a:alpha val="90000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Bildbeschreibung</a:t>
            </a:r>
          </a:p>
        </p:txBody>
      </p:sp>
    </p:spTree>
    <p:extLst>
      <p:ext uri="{BB962C8B-B14F-4D97-AF65-F5344CB8AC3E}">
        <p14:creationId xmlns:p14="http://schemas.microsoft.com/office/powerpoint/2010/main" val="1801520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CF3297A-7534-4AF1-87D7-ED24EC8104A4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8D9B258E-B0C2-507A-7B5E-39C48203A5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1126997" y="1837821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B0D378B3-9B07-827B-284E-9681B1B466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126997" y="2083134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CA3F5608-690A-58C3-7CE7-35C47F1D41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4991367" y="1948277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E9379043-16E5-CC47-7790-C8FC40EB9D0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1126997" y="2560565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A4AB670-2820-6C16-5A91-2575B7FC13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1126997" y="2805878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619C7180-B8D1-2CB2-A9F6-19F3D752A10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4991367" y="2671021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E0F91FA-E60E-C819-47EA-CACF969DCCF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1126997" y="3283309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885A10CC-9BF3-1889-CE8C-25089DE382E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1126997" y="3528622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30B72454-037A-DCBC-BF59-B4DEB4DCE9A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4991367" y="3393765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3ABBB406-5249-8395-6BDA-09E0E214EB3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126997" y="4006053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D2432DD-2DA2-0561-5C4A-FE3FC47BDAA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126997" y="425136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3B5166E5-235A-D20E-6BC9-D1A599B8344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991367" y="411650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DD20F309-AB1E-64EB-00D2-F1B4E493B93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1126997" y="4728797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13069BD-3FDA-098A-2ACB-D69D6EC059C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1126997" y="4974110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C11238BF-0BA9-437C-25BB-8BAED1C7ACA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991367" y="4839253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7FFCC405-161D-7574-52E8-3315C95E432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gray">
          <a:xfrm>
            <a:off x="1126997" y="5451543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0C489351-2F4B-D4F4-B749-FEBBF6EA0A6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1126997" y="569685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79FFA5B-C1F3-B809-708C-59E42F480F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991367" y="556199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3" name="Inhaltsplatzhalter 5">
            <a:extLst>
              <a:ext uri="{FF2B5EF4-FFF2-40B4-BE49-F238E27FC236}">
                <a16:creationId xmlns:a16="http://schemas.microsoft.com/office/drawing/2014/main" id="{312509A8-F2BD-1171-7348-ACC2C8F2C0BB}"/>
              </a:ext>
            </a:extLst>
          </p:cNvPr>
          <p:cNvSpPr>
            <a:spLocks noGrp="1"/>
          </p:cNvSpPr>
          <p:nvPr>
            <p:ph sz="quarter" idx="50"/>
          </p:nvPr>
        </p:nvSpPr>
        <p:spPr bwMode="gray">
          <a:xfrm>
            <a:off x="6576000" y="3895883"/>
            <a:ext cx="5076000" cy="1972118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355E6C0-30AF-B630-3DE9-E4E106A4A2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C351CF62-86BE-BA58-B4D1-D9B9F722BC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5141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4B6D16D-8173-46EE-B2CD-4CEFA0A4033B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5148F175-AA4D-D5B2-7712-393A43F12E3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38167" y="1847527"/>
            <a:ext cx="4183127" cy="3638841"/>
          </a:xfrm>
          <a:prstGeom prst="round2DiagRect">
            <a:avLst>
              <a:gd name="adj1" fmla="val 0"/>
              <a:gd name="adj2" fmla="val 14135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6CFC1198-19D8-60AF-38B8-2848F5C344A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5322707" y="2502995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24C1F6E7-E414-C8EC-E907-6ABCE59F20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5322707" y="2748308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92D0F3-F66D-C615-9FC8-59BDC196FB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10659551" y="2613451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EEAE0B9E-482F-75AB-3BFC-33DBB38A874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5322707" y="3225739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51BE45-8971-E31F-1710-FF49A1723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322707" y="3471052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44439C3-F4EE-9111-E27F-FFA0EC9CEB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0659551" y="3336195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4CA8C42E-84F4-3034-0B90-68DECCDD604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5322707" y="3948483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3BA74403-312D-5844-2D79-0D7ABF623D5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5322707" y="419379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795E9C1-C511-3D9B-D2B4-2D01AE7ECE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10659551" y="405893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F2F472A-CC07-D0D8-724D-AC065CAFEAC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5322707" y="4671227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51576017-128E-5451-A3A0-F7A385FEE9B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322707" y="4916540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7A84F5F-4F6B-F311-C15D-3B78C55A8C9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10659551" y="4781683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F63355B-132A-E627-FC83-BCD0822E29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093D810-E1F9-57B6-198F-FBDCD2727BA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406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CCD1AECF-CED7-28BC-6A3B-E63EA7150BE7}"/>
              </a:ext>
            </a:extLst>
          </p:cNvPr>
          <p:cNvSpPr/>
          <p:nvPr userDrawn="1"/>
        </p:nvSpPr>
        <p:spPr bwMode="gray">
          <a:xfrm>
            <a:off x="5" y="1115120"/>
            <a:ext cx="4994031" cy="4258793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D3A4E6D-FD2E-442E-83FC-7573EFCD2903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56AF458-34C8-E19E-4D72-70F10E17DD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47" r="29869"/>
          <a:stretch/>
        </p:blipFill>
        <p:spPr bwMode="gray">
          <a:xfrm>
            <a:off x="2908271" y="526552"/>
            <a:ext cx="2998856" cy="5612946"/>
          </a:xfrm>
          <a:prstGeom prst="rect">
            <a:avLst/>
          </a:prstGeom>
        </p:spPr>
      </p:pic>
      <p:sp>
        <p:nvSpPr>
          <p:cNvPr id="5" name="Bildplatzhalter 15">
            <a:extLst>
              <a:ext uri="{FF2B5EF4-FFF2-40B4-BE49-F238E27FC236}">
                <a16:creationId xmlns:a16="http://schemas.microsoft.com/office/drawing/2014/main" id="{F8EB099B-5535-70E4-43D4-BAE8B7C34BB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310313" y="1267224"/>
            <a:ext cx="2262659" cy="3950316"/>
          </a:xfrm>
          <a:prstGeom prst="rect">
            <a:avLst/>
          </a:prstGeom>
          <a:solidFill>
            <a:srgbClr val="FAFAFA"/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FC4DF547-857B-4B23-A089-77AFDF3A4D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540000" y="1984510"/>
            <a:ext cx="2436160" cy="2520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1F584A04-E815-4911-E924-A3978560E4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483733" y="1790787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87CC6B3-D222-467B-2064-0703F1EE36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7483733" y="2082089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6153100C-5827-8303-C6D6-CDADE528EE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7483733" y="3074635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D2CC7E27-716B-ACCA-F30E-776CDDE7A90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7483733" y="3365937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DE11610-4A58-BD6E-FD8E-A3ED96004E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7483733" y="4358482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55C633C3-52EE-D69F-0FF1-E3FC1130CF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483733" y="4649784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18346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chirm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58A9826-622D-4690-8A67-E655201CBA64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pic>
        <p:nvPicPr>
          <p:cNvPr id="3" name="Grafik 2" descr="Ein Bild, das Text, Screenshot, Anzeige, Bilderrahmen enthält.&#10;&#10;Automatisch generierte Beschreibung">
            <a:extLst>
              <a:ext uri="{FF2B5EF4-FFF2-40B4-BE49-F238E27FC236}">
                <a16:creationId xmlns:a16="http://schemas.microsoft.com/office/drawing/2014/main" id="{151E10C6-4528-81A4-8337-D17EA0CB9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335" t="-243" r="-4968" b="243"/>
          <a:stretch/>
        </p:blipFill>
        <p:spPr bwMode="gray">
          <a:xfrm>
            <a:off x="1" y="903491"/>
            <a:ext cx="5580931" cy="4868535"/>
          </a:xfrm>
          <a:prstGeom prst="rect">
            <a:avLst/>
          </a:prstGeom>
        </p:spPr>
      </p:pic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A89D278-95EA-010F-8C07-EADD209081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130325"/>
            <a:ext cx="5123731" cy="3263006"/>
          </a:xfrm>
          <a:prstGeom prst="rect">
            <a:avLst/>
          </a:prstGeom>
          <a:solidFill>
            <a:srgbClr val="262626"/>
          </a:solidFill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Meta OT" panose="020B0504030101020104" pitchFamily="34" charset="0"/>
              </a:defRPr>
            </a:lvl1pPr>
          </a:lstStyle>
          <a:p>
            <a:br>
              <a:rPr lang="de-DE"/>
            </a:br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580131A-87D4-813D-E919-37314A3977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010641" y="4374565"/>
            <a:ext cx="1968871" cy="1502904"/>
          </a:xfrm>
          <a:prstGeom prst="rect">
            <a:avLst/>
          </a:prstGeom>
        </p:spPr>
      </p:pic>
      <p:sp>
        <p:nvSpPr>
          <p:cNvPr id="14" name="Bildplatzhalter 29">
            <a:extLst>
              <a:ext uri="{FF2B5EF4-FFF2-40B4-BE49-F238E27FC236}">
                <a16:creationId xmlns:a16="http://schemas.microsoft.com/office/drawing/2014/main" id="{48A9645A-F7A9-A5F8-525D-800964911E4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3690349" y="4567683"/>
            <a:ext cx="617847" cy="1066035"/>
          </a:xfrm>
          <a:prstGeom prst="rect">
            <a:avLst/>
          </a:prstGeom>
          <a:solidFill>
            <a:srgbClr val="FAFAFA"/>
          </a:solidFill>
        </p:spPr>
        <p:txBody>
          <a:bodyPr/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/>
              <a:t>Bildplatzhalter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21D66EAA-9E2B-6F1F-1F75-6B0C4E68D8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483733" y="1790787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27E2AF9-FEEF-AC56-15A1-60AFACDB0F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7483733" y="2082089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B32B275-EC56-28FC-E4FA-575314576EB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7483733" y="3074635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3B074B46-E431-249A-9245-C91A2116684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7483733" y="3365937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8DCD0FDE-017A-CE02-CF9A-53D7D4E2B8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xfrm>
            <a:off x="7483733" y="4358482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4A3A7C5C-7D87-C751-803D-3C22C228AEE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483733" y="4649784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32862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E2361B9-B017-499A-9311-458153475966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4" name="Freeform: Shape 8">
            <a:extLst>
              <a:ext uri="{FF2B5EF4-FFF2-40B4-BE49-F238E27FC236}">
                <a16:creationId xmlns:a16="http://schemas.microsoft.com/office/drawing/2014/main" id="{D68EFFBF-097E-BE79-716A-009C1E1F7868}"/>
              </a:ext>
            </a:extLst>
          </p:cNvPr>
          <p:cNvSpPr/>
          <p:nvPr userDrawn="1"/>
        </p:nvSpPr>
        <p:spPr bwMode="gray">
          <a:xfrm>
            <a:off x="-754380" y="1728000"/>
            <a:ext cx="5748411" cy="4140000"/>
          </a:xfrm>
          <a:prstGeom prst="roundRect">
            <a:avLst>
              <a:gd name="adj" fmla="val 948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40002" y="2416701"/>
            <a:ext cx="2735047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Vorname</a:t>
            </a:r>
            <a:br>
              <a:rPr lang="de-DE"/>
            </a:br>
            <a:r>
              <a:rPr lang="de-DE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612000" y="1728000"/>
            <a:ext cx="504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3795096" y="2599067"/>
            <a:ext cx="2397869" cy="239786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40002" y="4189441"/>
            <a:ext cx="2735047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400" b="0" cap="all" spc="300" baseline="0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Position</a:t>
            </a:r>
          </a:p>
        </p:txBody>
      </p:sp>
      <p:cxnSp>
        <p:nvCxnSpPr>
          <p:cNvPr id="20" name="Straight Connector 8">
            <a:extLst>
              <a:ext uri="{FF2B5EF4-FFF2-40B4-BE49-F238E27FC236}">
                <a16:creationId xmlns:a16="http://schemas.microsoft.com/office/drawing/2014/main" id="{2B05D207-BDA7-6A42-8F31-60D07859752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55045" y="4032256"/>
            <a:ext cx="72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">
            <a:extLst>
              <a:ext uri="{FF2B5EF4-FFF2-40B4-BE49-F238E27FC236}">
                <a16:creationId xmlns:a16="http://schemas.microsoft.com/office/drawing/2014/main" id="{A9B9723C-DBD7-8882-23B2-FBA22CF8ED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21" name="Titel 5">
            <a:extLst>
              <a:ext uri="{FF2B5EF4-FFF2-40B4-BE49-F238E27FC236}">
                <a16:creationId xmlns:a16="http://schemas.microsoft.com/office/drawing/2014/main" id="{1C62E4C5-E9F6-91AC-9299-0F6BD392212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75825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hell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8">
            <a:extLst>
              <a:ext uri="{FF2B5EF4-FFF2-40B4-BE49-F238E27FC236}">
                <a16:creationId xmlns:a16="http://schemas.microsoft.com/office/drawing/2014/main" id="{CCEE7978-7699-B52A-77FC-D85109D161BD}"/>
              </a:ext>
            </a:extLst>
          </p:cNvPr>
          <p:cNvSpPr/>
          <p:nvPr userDrawn="1"/>
        </p:nvSpPr>
        <p:spPr bwMode="gray">
          <a:xfrm>
            <a:off x="-754380" y="1728000"/>
            <a:ext cx="5748411" cy="4140000"/>
          </a:xfrm>
          <a:prstGeom prst="roundRect">
            <a:avLst>
              <a:gd name="adj" fmla="val 948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E2361B9-B017-499A-9311-458153475966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40002" y="2416701"/>
            <a:ext cx="2735047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800"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Vorname</a:t>
            </a:r>
            <a:br>
              <a:rPr lang="de-DE"/>
            </a:br>
            <a:r>
              <a:rPr lang="de-DE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612000" y="1728000"/>
            <a:ext cx="504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3795096" y="2599067"/>
            <a:ext cx="2397869" cy="239786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40002" y="4189441"/>
            <a:ext cx="2735047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400" b="0" cap="all" spc="300" baseline="0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/>
              <a:t>Position</a:t>
            </a: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53F48132-47AB-A60C-FB01-A8FE1F4603A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55045" y="4032256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A0D31560-33FD-C814-E5F0-505D3A50F60C}"/>
              </a:ext>
            </a:extLst>
          </p:cNvPr>
          <p:cNvSpPr txBox="1"/>
          <p:nvPr userDrawn="1"/>
        </p:nvSpPr>
        <p:spPr bwMode="gray">
          <a:xfrm>
            <a:off x="13258800" y="291253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err="1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A38F7E14-4121-F4F2-8286-9F1D2CA0BD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Zweite Headline</a:t>
            </a:r>
          </a:p>
        </p:txBody>
      </p:sp>
      <p:sp>
        <p:nvSpPr>
          <p:cNvPr id="16" name="Titel 5">
            <a:extLst>
              <a:ext uri="{FF2B5EF4-FFF2-40B4-BE49-F238E27FC236}">
                <a16:creationId xmlns:a16="http://schemas.microsoft.com/office/drawing/2014/main" id="{695F87D1-75FE-9886-D675-81D1445F1CC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7084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75E8FF0-AC21-4C70-AB82-0080BE4B4A8F}"/>
              </a:ext>
            </a:extLst>
          </p:cNvPr>
          <p:cNvSpPr/>
          <p:nvPr userDrawn="1"/>
        </p:nvSpPr>
        <p:spPr bwMode="gray">
          <a:xfrm>
            <a:off x="5" y="-1"/>
            <a:ext cx="12191999" cy="685800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114800" y="3159004"/>
            <a:ext cx="7531893" cy="800467"/>
          </a:xfrm>
        </p:spPr>
        <p:txBody>
          <a:bodyPr/>
          <a:lstStyle>
            <a:lvl1pPr algn="ctr">
              <a:defRPr sz="66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Vielen Dank!</a:t>
            </a: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4114800" cy="6858000"/>
          </a:xfrm>
          <a:prstGeom prst="round1Rect">
            <a:avLst>
              <a:gd name="adj" fmla="val 11333"/>
            </a:avLst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D96E1AD-219F-60AC-8BF6-91432F868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5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75E8FF0-AC21-4C70-AB82-0080BE4B4A8F}"/>
              </a:ext>
            </a:extLst>
          </p:cNvPr>
          <p:cNvSpPr/>
          <p:nvPr userDrawn="1"/>
        </p:nvSpPr>
        <p:spPr bwMode="gray">
          <a:xfrm>
            <a:off x="5" y="-1"/>
            <a:ext cx="12191999" cy="685800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8165" y="2463322"/>
            <a:ext cx="11108531" cy="800467"/>
          </a:xfrm>
        </p:spPr>
        <p:txBody>
          <a:bodyPr/>
          <a:lstStyle>
            <a:lvl1pPr algn="ctr">
              <a:defRPr sz="66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Vielen Dank!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947213-D869-60D1-ED73-9013BF1FA1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713"/>
          <a:stretch/>
        </p:blipFill>
        <p:spPr>
          <a:xfrm>
            <a:off x="410319" y="-1225267"/>
            <a:ext cx="11364220" cy="7776177"/>
          </a:xfrm>
          <a:prstGeom prst="rect">
            <a:avLst/>
          </a:prstGeom>
        </p:spPr>
      </p:pic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B40A096-0222-4359-B8C1-A087B4E835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836313" y="4590256"/>
            <a:ext cx="8512232" cy="1834363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77177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2828224"/>
            <a:ext cx="11112000" cy="540000"/>
          </a:xfrm>
        </p:spPr>
        <p:txBody>
          <a:bodyPr/>
          <a:lstStyle>
            <a:lvl1pPr>
              <a:defRPr sz="48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Vielen Dank!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00" y="3747975"/>
            <a:ext cx="7920000" cy="814769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Kontakt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25122FB-6BA5-854B-C7DD-EB96D0DBA016}"/>
              </a:ext>
            </a:extLst>
          </p:cNvPr>
          <p:cNvGrpSpPr/>
          <p:nvPr userDrawn="1"/>
        </p:nvGrpSpPr>
        <p:grpSpPr>
          <a:xfrm>
            <a:off x="8589755" y="3294570"/>
            <a:ext cx="4177596" cy="3174456"/>
            <a:chOff x="8860223" y="3611128"/>
            <a:chExt cx="3866783" cy="2938277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B20FC11B-F594-46EA-5125-4A098E173542}"/>
                </a:ext>
              </a:extLst>
            </p:cNvPr>
            <p:cNvSpPr/>
            <p:nvPr userDrawn="1"/>
          </p:nvSpPr>
          <p:spPr bwMode="gray">
            <a:xfrm rot="10800000">
              <a:off x="8860223" y="5748716"/>
              <a:ext cx="2537455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8" name="Träne 7">
              <a:extLst>
                <a:ext uri="{FF2B5EF4-FFF2-40B4-BE49-F238E27FC236}">
                  <a16:creationId xmlns:a16="http://schemas.microsoft.com/office/drawing/2014/main" id="{5AB849FA-B010-4EFC-73B9-E6E24DE2BB88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9" name="Ecken des Rechtecks auf der gleichen Seite abrunden 8">
              <a:extLst>
                <a:ext uri="{FF2B5EF4-FFF2-40B4-BE49-F238E27FC236}">
                  <a16:creationId xmlns:a16="http://schemas.microsoft.com/office/drawing/2014/main" id="{157877BB-681C-928E-4763-9608728EFFE0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8383A169-C3E2-BDE4-6190-0CE0A563CCDC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2" name="Träne 11">
              <a:extLst>
                <a:ext uri="{FF2B5EF4-FFF2-40B4-BE49-F238E27FC236}">
                  <a16:creationId xmlns:a16="http://schemas.microsoft.com/office/drawing/2014/main" id="{BDCCAC81-B053-D75F-83F3-37C86C2AEE9F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cxnSp>
        <p:nvCxnSpPr>
          <p:cNvPr id="14" name="Straight Connector 8">
            <a:extLst>
              <a:ext uri="{FF2B5EF4-FFF2-40B4-BE49-F238E27FC236}">
                <a16:creationId xmlns:a16="http://schemas.microsoft.com/office/drawing/2014/main" id="{0279CD82-D7B5-B4BD-FFEA-8D9C31107A7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3554185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D60AE272-9E69-6EF6-A266-8C260AF911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67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25122FB-6BA5-854B-C7DD-EB96D0DBA016}"/>
              </a:ext>
            </a:extLst>
          </p:cNvPr>
          <p:cNvGrpSpPr/>
          <p:nvPr userDrawn="1"/>
        </p:nvGrpSpPr>
        <p:grpSpPr>
          <a:xfrm rot="5400000" flipH="1">
            <a:off x="-64243" y="-643043"/>
            <a:ext cx="4337797" cy="3132967"/>
            <a:chOff x="8235924" y="3649527"/>
            <a:chExt cx="4015066" cy="2899876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B20FC11B-F594-46EA-5125-4A098E173542}"/>
                </a:ext>
              </a:extLst>
            </p:cNvPr>
            <p:cNvSpPr/>
            <p:nvPr userDrawn="1"/>
          </p:nvSpPr>
          <p:spPr bwMode="gray">
            <a:xfrm rot="10800000">
              <a:off x="8235924" y="5748715"/>
              <a:ext cx="4015066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8" name="Träne 7">
              <a:extLst>
                <a:ext uri="{FF2B5EF4-FFF2-40B4-BE49-F238E27FC236}">
                  <a16:creationId xmlns:a16="http://schemas.microsoft.com/office/drawing/2014/main" id="{5AB849FA-B010-4EFC-73B9-E6E24DE2BB88}"/>
                </a:ext>
              </a:extLst>
            </p:cNvPr>
            <p:cNvSpPr/>
            <p:nvPr userDrawn="1"/>
          </p:nvSpPr>
          <p:spPr bwMode="gray">
            <a:xfrm rot="5400000">
              <a:off x="8812971" y="4948090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9" name="Ecken des Rechtecks auf der gleichen Seite abrunden 8">
              <a:extLst>
                <a:ext uri="{FF2B5EF4-FFF2-40B4-BE49-F238E27FC236}">
                  <a16:creationId xmlns:a16="http://schemas.microsoft.com/office/drawing/2014/main" id="{157877BB-681C-928E-4763-9608728EFFE0}"/>
                </a:ext>
              </a:extLst>
            </p:cNvPr>
            <p:cNvSpPr/>
            <p:nvPr userDrawn="1"/>
          </p:nvSpPr>
          <p:spPr bwMode="gray">
            <a:xfrm rot="5400000">
              <a:off x="8964351" y="4298777"/>
              <a:ext cx="2099190" cy="800693"/>
            </a:xfrm>
            <a:prstGeom prst="round2SameRect">
              <a:avLst>
                <a:gd name="adj1" fmla="val 48679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CCAC81-B053-D75F-83F3-37C86C2AEE9F}"/>
                </a:ext>
              </a:extLst>
            </p:cNvPr>
            <p:cNvSpPr/>
            <p:nvPr userDrawn="1"/>
          </p:nvSpPr>
          <p:spPr bwMode="gray">
            <a:xfrm rot="5400000">
              <a:off x="10416078" y="3649634"/>
              <a:ext cx="1323297" cy="13230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3632678"/>
            <a:ext cx="4443480" cy="540000"/>
          </a:xfrm>
        </p:spPr>
        <p:txBody>
          <a:bodyPr/>
          <a:lstStyle>
            <a:lvl1pPr>
              <a:defRPr sz="48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Vielen Dank!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00" y="4577570"/>
            <a:ext cx="4443480" cy="1834363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Kontakt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3BC872C-E930-8323-51C9-B62CF1825BB1}"/>
              </a:ext>
            </a:extLst>
          </p:cNvPr>
          <p:cNvSpPr txBox="1"/>
          <p:nvPr userDrawn="1"/>
        </p:nvSpPr>
        <p:spPr bwMode="gray">
          <a:xfrm>
            <a:off x="-1680211" y="3783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err="1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119890DA-C7A0-28BC-B13E-47DDB6EC3D8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503672" y="1727200"/>
            <a:ext cx="6226493" cy="4697410"/>
          </a:xfrm>
          <a:prstGeom prst="round2DiagRect">
            <a:avLst>
              <a:gd name="adj1" fmla="val 12052"/>
              <a:gd name="adj2" fmla="val 0"/>
            </a:avLst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/>
          </a:p>
          <a:p>
            <a:r>
              <a:rPr lang="de-DE"/>
              <a:t>Bildplatzhalter:</a:t>
            </a:r>
            <a:br>
              <a:rPr lang="de-DE"/>
            </a:br>
            <a:r>
              <a:rPr lang="de-DE"/>
              <a:t>Bild durch Klicken auf Symbol hinzufügen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3AC8B43-C251-10CD-A5FD-4B5C3F81067F}"/>
              </a:ext>
            </a:extLst>
          </p:cNvPr>
          <p:cNvSpPr txBox="1"/>
          <p:nvPr userDrawn="1"/>
        </p:nvSpPr>
        <p:spPr bwMode="gray">
          <a:xfrm>
            <a:off x="-2527069" y="314221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err="1"/>
          </a:p>
        </p:txBody>
      </p: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B5640A00-A2A3-0A60-9BDC-33B6C7672AD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358639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30053AD2-628C-665D-E627-BAC6BA7A71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97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540000" y="1728000"/>
            <a:ext cx="11112000" cy="41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2"/>
          </p:nvPr>
        </p:nvSpPr>
        <p:spPr bwMode="gray">
          <a:xfrm>
            <a:off x="9525403" y="6493063"/>
            <a:ext cx="176582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8F1A127F-F424-45E2-A676-1A010C35CFDA}" type="datetime4">
              <a:rPr lang="de-DE" smtClean="0"/>
              <a:pPr/>
              <a:t>18. Januar 2026</a:t>
            </a:fld>
            <a:endParaRPr lang="de-DE"/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540000" y="6493063"/>
            <a:ext cx="756000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DE"/>
              <a:t>Präsentationstitel | </a:t>
            </a:r>
            <a:r>
              <a:rPr lang="de-DE" err="1"/>
              <a:t>VerfasserPräsentationstitel</a:t>
            </a:r>
            <a:r>
              <a:rPr lang="de-DE"/>
              <a:t> | Verfasser</a:t>
            </a:r>
          </a:p>
          <a:p>
            <a:endParaRPr lang="de-DE"/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41456" y="6493063"/>
            <a:ext cx="310544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2CEFE82-39F2-4F47-8A0C-D5AB3496FA5C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578F8E-ADE3-83CD-BBD4-F2AF811B81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305318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5722733-4586-8907-05DD-71491D81A51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4" y="6426000"/>
            <a:ext cx="11112001" cy="0"/>
          </a:xfrm>
          <a:prstGeom prst="line">
            <a:avLst/>
          </a:prstGeom>
          <a:ln w="12700" cap="rnd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F2446B21-287B-2DE0-0DAB-177DEC62E22E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088556" y="254652"/>
            <a:ext cx="2741417" cy="7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2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3992" r:id="rId2"/>
    <p:sldLayoutId id="2147483975" r:id="rId3"/>
    <p:sldLayoutId id="2147483991" r:id="rId4"/>
    <p:sldLayoutId id="2147484006" r:id="rId5"/>
    <p:sldLayoutId id="2147484008" r:id="rId6"/>
    <p:sldLayoutId id="2147483986" r:id="rId7"/>
    <p:sldLayoutId id="2147484001" r:id="rId8"/>
    <p:sldLayoutId id="2147484015" r:id="rId9"/>
    <p:sldLayoutId id="2147483974" r:id="rId10"/>
    <p:sldLayoutId id="2147484016" r:id="rId11"/>
    <p:sldLayoutId id="2147483976" r:id="rId12"/>
    <p:sldLayoutId id="2147484012" r:id="rId13"/>
    <p:sldLayoutId id="2147483977" r:id="rId14"/>
    <p:sldLayoutId id="2147483995" r:id="rId15"/>
    <p:sldLayoutId id="2147483978" r:id="rId16"/>
    <p:sldLayoutId id="2147483984" r:id="rId17"/>
    <p:sldLayoutId id="2147483985" r:id="rId18"/>
    <p:sldLayoutId id="2147483979" r:id="rId19"/>
    <p:sldLayoutId id="2147484019" r:id="rId20"/>
    <p:sldLayoutId id="2147484013" r:id="rId21"/>
    <p:sldLayoutId id="2147484020" r:id="rId22"/>
    <p:sldLayoutId id="2147483997" r:id="rId23"/>
    <p:sldLayoutId id="2147484014" r:id="rId24"/>
    <p:sldLayoutId id="2147483981" r:id="rId25"/>
    <p:sldLayoutId id="2147484021" r:id="rId26"/>
    <p:sldLayoutId id="2147483982" r:id="rId27"/>
    <p:sldLayoutId id="2147484017" r:id="rId28"/>
    <p:sldLayoutId id="2147484000" r:id="rId29"/>
    <p:sldLayoutId id="2147484018" r:id="rId30"/>
    <p:sldLayoutId id="2147484002" r:id="rId31"/>
    <p:sldLayoutId id="2147483983" r:id="rId32"/>
    <p:sldLayoutId id="2147483993" r:id="rId33"/>
    <p:sldLayoutId id="2147483996" r:id="rId34"/>
    <p:sldLayoutId id="2147483987" r:id="rId35"/>
    <p:sldLayoutId id="2147483988" r:id="rId36"/>
    <p:sldLayoutId id="2147483999" r:id="rId37"/>
    <p:sldLayoutId id="2147484003" r:id="rId38"/>
    <p:sldLayoutId id="2147483990" r:id="rId39"/>
    <p:sldLayoutId id="2147484007" r:id="rId40"/>
    <p:sldLayoutId id="2147483998" r:id="rId41"/>
    <p:sldLayoutId id="2147484005" r:id="rId4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14445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13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37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54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72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90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8" userDrawn="1">
          <p15:clr>
            <a:srgbClr val="FBAE40"/>
          </p15:clr>
        </p15:guide>
        <p15:guide id="2" orient="horz" pos="3700" userDrawn="1">
          <p15:clr>
            <a:srgbClr val="FBAE40"/>
          </p15:clr>
        </p15:guide>
        <p15:guide id="3" orient="horz" pos="501" userDrawn="1">
          <p15:clr>
            <a:srgbClr val="FBAE40"/>
          </p15:clr>
        </p15:guide>
        <p15:guide id="4" pos="7343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orient="horz" pos="272" userDrawn="1">
          <p15:clr>
            <a:srgbClr val="FBAE40"/>
          </p15:clr>
        </p15:guide>
        <p15:guide id="7" orient="horz" pos="4047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5">
            <a:extLst>
              <a:ext uri="{FF2B5EF4-FFF2-40B4-BE49-F238E27FC236}">
                <a16:creationId xmlns:a16="http://schemas.microsoft.com/office/drawing/2014/main" id="{924DF51F-300F-66DE-1389-841E97C77E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FCCB0AD-10BE-79ED-D933-A5862F55416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NasDAQ / Crypto Analytics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3ED0E9C-FC42-2CDD-3E98-9499B78B7D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de-DE"/>
              <a:t>Mattis Schulte &amp; Matthias Kranz </a:t>
            </a:r>
            <a:r>
              <a:rPr lang="en-US"/>
              <a:t>— 03.02.2026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1D1C3D-36F3-01B4-7996-BB9DA0619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de-DE"/>
              <a:t>© 2024 OTH Amberg-Weiden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F14ABD02-AB43-E2AB-7471-5ECEC5B0761C}"/>
              </a:ext>
            </a:extLst>
          </p:cNvPr>
          <p:cNvGrpSpPr>
            <a:grpSpLocks noChangeAspect="1"/>
          </p:cNvGrpSpPr>
          <p:nvPr/>
        </p:nvGrpSpPr>
        <p:grpSpPr>
          <a:xfrm>
            <a:off x="8765382" y="1934847"/>
            <a:ext cx="3426623" cy="2402084"/>
            <a:chOff x="7582680" y="1972513"/>
            <a:chExt cx="4621936" cy="3240006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80123C2D-6178-72CF-4220-C2983DF20049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82A318DC-8CC3-7D01-EC55-FA7428730A91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1" name="Ecken des Rechtecks auf der gleichen Seite abrunden 10">
              <a:extLst>
                <a:ext uri="{FF2B5EF4-FFF2-40B4-BE49-F238E27FC236}">
                  <a16:creationId xmlns:a16="http://schemas.microsoft.com/office/drawing/2014/main" id="{CA13818D-5D74-3B61-FB22-5DD737CCD308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166318B-8E57-1006-EBC8-478895A1643A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err="1"/>
            </a:p>
          </p:txBody>
        </p:sp>
      </p:grpSp>
      <p:sp>
        <p:nvSpPr>
          <p:cNvPr id="14" name="Textfeld 13">
            <a:extLst>
              <a:ext uri="{FF2B5EF4-FFF2-40B4-BE49-F238E27FC236}">
                <a16:creationId xmlns:a16="http://schemas.microsoft.com/office/drawing/2014/main" id="{38E3893D-AC0F-2275-3450-3DDED57AE98A}"/>
              </a:ext>
            </a:extLst>
          </p:cNvPr>
          <p:cNvSpPr txBox="1"/>
          <p:nvPr/>
        </p:nvSpPr>
        <p:spPr bwMode="gray">
          <a:xfrm>
            <a:off x="-925830" y="31889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err="1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FC48B28-4921-4309-69D9-25950D861C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1155" y="253115"/>
            <a:ext cx="2743200" cy="7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36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12B6D-40E9-5FF2-A637-19C59F62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784442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F8B4D4-0746-CEE5-2F50-5B09014C25B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065B2B9-01C5-4CF7-AC68-1ABCFB96A8D8}" type="datetime4">
              <a:rPr lang="de-DE" noProof="0" smtClean="0">
                <a:solidFill>
                  <a:schemeClr val="tx2"/>
                </a:solidFill>
              </a:rPr>
              <a:t>18. Januar 2026</a:t>
            </a:fld>
            <a:endParaRPr lang="de-DE" noProof="0">
              <a:solidFill>
                <a:schemeClr val="tx2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7A3E21-222F-9A8B-DC95-7D5395587E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>
                <a:solidFill>
                  <a:schemeClr val="tx2"/>
                </a:solidFill>
              </a:rPr>
              <a:pPr/>
              <a:t>3</a:t>
            </a:fld>
            <a:endParaRPr lang="de-DE" noProof="0">
              <a:solidFill>
                <a:schemeClr val="tx2"/>
              </a:solidFill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E531E5-3599-7013-9782-F33CA85F1F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12DC1CE-4129-B54B-25A9-803BC7501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de-DE">
                <a:solidFill>
                  <a:schemeClr val="bg1">
                    <a:lumMod val="85000"/>
                  </a:schemeClr>
                </a:solidFill>
              </a:rPr>
              <a:t>02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336DF34-67ED-3D27-59AD-8B23359094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03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4EEDCF-9322-D12A-86A0-EAFA4EC075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2C5EF6A-2210-D268-28CC-3FD8B0D019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>
                <a:solidFill>
                  <a:schemeClr val="bg1">
                    <a:lumMod val="85000"/>
                  </a:schemeClr>
                </a:solidFill>
              </a:rPr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54AA8B0-0AE8-2ED4-D26C-FDF7437EF8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2AA32FD-DB2B-D278-6E4E-CF254ADD96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de-DE" b="1"/>
              <a:t>Laden und normalisieren der CSV Basisquell-Datein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6596E53-4986-D6D0-2592-C81C0E0A13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r>
              <a:rPr lang="de-DE" b="1"/>
              <a:t>Erkennung und korrektur von noch nicht bereinigten Splits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724552DE-55BC-6325-55F9-4333C31EB19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r>
              <a:rPr lang="de-DE" b="1"/>
              <a:t>Verwendung von Yahoo Finance als supplement</a:t>
            </a:r>
            <a:r>
              <a:rPr lang="en-US" b="1" err="1"/>
              <a:t>äre</a:t>
            </a:r>
            <a:r>
              <a:rPr lang="en-US" b="1"/>
              <a:t> Quelle</a:t>
            </a:r>
            <a:endParaRPr lang="de-DE" b="1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D9F9CAB-4746-90AF-4673-131F51C720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04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B560349B-8426-B297-84F5-6456921DE2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05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09ABA50E-7D4A-2047-E32A-A89A78B32B0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06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92D31BA-82DE-2054-B5CD-EE60C523F5B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A45EBF6-58EC-5BA7-BBA7-384FCAEE34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8C18C7E-7E18-3398-CC74-B4C4953591E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6E873F8-2344-1665-F3FF-734CCA8444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/>
        <p:txBody>
          <a:bodyPr/>
          <a:lstStyle/>
          <a:p>
            <a:r>
              <a:rPr lang="de-DE" b="1"/>
              <a:t>Outlier</a:t>
            </a:r>
            <a:r>
              <a:rPr lang="en-US" b="1"/>
              <a:t>-</a:t>
            </a:r>
            <a:r>
              <a:rPr lang="de-DE" b="1"/>
              <a:t>Detection mit Tukey's fences </a:t>
            </a:r>
            <a:r>
              <a:rPr lang="en-US" b="1"/>
              <a:t>(</a:t>
            </a:r>
            <a:r>
              <a:rPr lang="en-US" b="1" err="1"/>
              <a:t>siehe</a:t>
            </a:r>
            <a:r>
              <a:rPr lang="en-US" b="1"/>
              <a:t> Boxplot Whiskers)</a:t>
            </a:r>
            <a:endParaRPr lang="de-DE" b="1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2C12344D-D2A5-5CBF-2C2D-4C7963AD02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/>
        <p:txBody>
          <a:bodyPr/>
          <a:lstStyle/>
          <a:p>
            <a:r>
              <a:rPr lang="en-US" b="1"/>
              <a:t>EUR/USD </a:t>
            </a:r>
            <a:r>
              <a:rPr lang="en-US" b="1" err="1"/>
              <a:t>Wechselkurse</a:t>
            </a:r>
            <a:r>
              <a:rPr lang="en-US" b="1"/>
              <a:t> für Euro-</a:t>
            </a:r>
            <a:r>
              <a:rPr lang="en-US" b="1" err="1"/>
              <a:t>normalisierte</a:t>
            </a:r>
            <a:r>
              <a:rPr lang="en-US" b="1"/>
              <a:t> </a:t>
            </a:r>
            <a:r>
              <a:rPr lang="en-US" b="1" err="1"/>
              <a:t>Werte</a:t>
            </a:r>
            <a:r>
              <a:rPr lang="en-US" b="1"/>
              <a:t> in </a:t>
            </a:r>
            <a:r>
              <a:rPr lang="en-US" b="1" err="1"/>
              <a:t>Abschnitt</a:t>
            </a:r>
            <a:r>
              <a:rPr lang="en-US" b="1"/>
              <a:t> 2 </a:t>
            </a:r>
            <a:endParaRPr lang="de-DE" b="1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F66E95D-C58F-0D37-C40D-C48562F6573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/>
        <p:txBody>
          <a:bodyPr/>
          <a:lstStyle/>
          <a:p>
            <a:r>
              <a:rPr lang="de-DE" b="1"/>
              <a:t>Aggregation der t</a:t>
            </a:r>
            <a:r>
              <a:rPr lang="en-US" b="1" err="1"/>
              <a:t>äglichen</a:t>
            </a:r>
            <a:r>
              <a:rPr lang="en-US" b="1"/>
              <a:t> </a:t>
            </a:r>
            <a:r>
              <a:rPr lang="en-US" b="1" err="1"/>
              <a:t>Daten</a:t>
            </a:r>
            <a:r>
              <a:rPr lang="en-US" b="1"/>
              <a:t> in </a:t>
            </a:r>
            <a:r>
              <a:rPr lang="en-US" b="1" err="1"/>
              <a:t>wöchentliche</a:t>
            </a:r>
            <a:r>
              <a:rPr lang="en-US" b="1"/>
              <a:t> und Export</a:t>
            </a:r>
            <a:endParaRPr lang="de-DE" b="1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07C2D-141A-1106-404C-11F4DFA8767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Data Preprocessing</a:t>
            </a:r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35049391-ACA7-CBD7-B036-A0D8984EE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Überblick der Pipeline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BAD101F-F76E-DA10-A1E1-79ECF25E734A}"/>
              </a:ext>
            </a:extLst>
          </p:cNvPr>
          <p:cNvSpPr txBox="1"/>
          <p:nvPr/>
        </p:nvSpPr>
        <p:spPr bwMode="gray">
          <a:xfrm>
            <a:off x="1155032" y="13282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err="1"/>
          </a:p>
        </p:txBody>
      </p:sp>
    </p:spTree>
    <p:extLst>
      <p:ext uri="{BB962C8B-B14F-4D97-AF65-F5344CB8AC3E}">
        <p14:creationId xmlns:p14="http://schemas.microsoft.com/office/powerpoint/2010/main" val="382808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FB5AB07-B3EA-A122-9CFC-07463FF375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829125"/>
            <a:ext cx="8268720" cy="360000"/>
          </a:xfrm>
        </p:spPr>
        <p:txBody>
          <a:bodyPr/>
          <a:lstStyle/>
          <a:p>
            <a:r>
              <a:rPr lang="en-US"/>
              <a:t>Split-</a:t>
            </a:r>
            <a:r>
              <a:rPr lang="en-US" err="1"/>
              <a:t>Erkennung</a:t>
            </a:r>
            <a:endParaRPr lang="en-US"/>
          </a:p>
        </p:txBody>
      </p:sp>
      <p:sp>
        <p:nvSpPr>
          <p:cNvPr id="33" name="Title 3">
            <a:extLst>
              <a:ext uri="{FF2B5EF4-FFF2-40B4-BE49-F238E27FC236}">
                <a16:creationId xmlns:a16="http://schemas.microsoft.com/office/drawing/2014/main" id="{4D24E130-C2CB-583A-87E6-79A4A43D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E5149-5313-8470-0547-B57B89C37F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403" y="6493063"/>
            <a:ext cx="1765820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7861A4D-26DF-4B4D-A8C0-9967DC465046}" type="datetime4">
              <a:rPr lang="de-DE" noProof="0" smtClean="0"/>
              <a:pPr>
                <a:spcAft>
                  <a:spcPts val="600"/>
                </a:spcAft>
              </a:pPr>
              <a:t>18. Januar 2026</a:t>
            </a:fld>
            <a:endParaRPr lang="de-DE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AB31E-7FB4-48F9-FEA3-D60C49F21B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41456" y="6493063"/>
            <a:ext cx="31054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2CEFE82-39F2-4F47-8A0C-D5AB3496FA5C}" type="slidenum">
              <a:rPr lang="de-DE" noProof="0" smtClean="0"/>
              <a:pPr>
                <a:spcAft>
                  <a:spcPts val="600"/>
                </a:spcAft>
              </a:pPr>
              <a:t>4</a:t>
            </a:fld>
            <a:endParaRPr lang="de-DE" noProof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179D1A-3083-61FE-E692-0BEDB28630EF}"/>
              </a:ext>
            </a:extLst>
          </p:cNvPr>
          <p:cNvGrpSpPr/>
          <p:nvPr/>
        </p:nvGrpSpPr>
        <p:grpSpPr>
          <a:xfrm>
            <a:off x="2496788" y="2682618"/>
            <a:ext cx="7198425" cy="2375065"/>
            <a:chOff x="2496788" y="2282816"/>
            <a:chExt cx="7198425" cy="2375065"/>
          </a:xfrm>
        </p:grpSpPr>
        <p:sp>
          <p:nvSpPr>
            <p:cNvPr id="27" name="Rechteck: abgerundete Ecken 43">
              <a:extLst>
                <a:ext uri="{FF2B5EF4-FFF2-40B4-BE49-F238E27FC236}">
                  <a16:creationId xmlns:a16="http://schemas.microsoft.com/office/drawing/2014/main" id="{DE975916-6FA4-1E9F-67CD-F0D18EEED2B9}"/>
                </a:ext>
              </a:extLst>
            </p:cNvPr>
            <p:cNvSpPr/>
            <p:nvPr/>
          </p:nvSpPr>
          <p:spPr>
            <a:xfrm>
              <a:off x="2496788" y="2282816"/>
              <a:ext cx="7198425" cy="2375065"/>
            </a:xfrm>
            <a:prstGeom prst="roundRect">
              <a:avLst>
                <a:gd name="adj" fmla="val 893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B88B640-EFA6-E0F5-63F1-0A5965AC058E}"/>
                    </a:ext>
                  </a:extLst>
                </p:cNvPr>
                <p:cNvSpPr txBox="1"/>
                <p:nvPr/>
              </p:nvSpPr>
              <p:spPr bwMode="gray">
                <a:xfrm>
                  <a:off x="3701716" y="2841329"/>
                  <a:ext cx="4788568" cy="12580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>
                    <a:lnSpc>
                      <a:spcPct val="90000"/>
                    </a:lnSpc>
                    <a:spcAft>
                      <a:spcPts val="1000"/>
                    </a:spcAft>
                    <a:buClr>
                      <a:schemeClr val="accent1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𝒑𝒓𝒆𝒗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𝒄𝒍𝒐𝒔𝒆</m:t>
                                    </m:r>
                                  </m:num>
                                  <m:den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𝒄𝒍𝒐𝒔𝒆</m:t>
                                    </m:r>
                                  </m:den>
                                </m:f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𝒔𝒑𝒍𝒊𝒕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𝒇𝒂𝒄𝒕𝒐𝒓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𝒔𝒑𝒍𝒊𝒕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𝒇𝒂𝒄𝒕𝒐𝒓</m:t>
                                </m:r>
                              </m:e>
                            </m:d>
                          </m:den>
                        </m:f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𝒕𝒐𝒍</m:t>
                        </m:r>
                      </m:oMath>
                    </m:oMathPara>
                  </a14:m>
                  <a:endParaRPr lang="en-US" sz="2400" b="1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B88B640-EFA6-E0F5-63F1-0A5965AC0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3701716" y="2841329"/>
                  <a:ext cx="4788568" cy="125803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2D45D68-D819-279C-7507-50B13E7133D8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lvl="0" algn="ctr" defTabSz="1066800">
                  <a:spcBef>
                    <a:spcPct val="0"/>
                  </a:spcBef>
                  <a:spcAft>
                    <a:spcPct val="350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In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unseren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Fall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Toleran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gew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ä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hlt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mit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5%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2D45D68-D819-279C-7507-50B13E713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3"/>
                <a:stretch>
                  <a:fillRect t="-16129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105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BB3A8-0F80-2E40-3E19-7EC55112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9495C5D-F3A6-23A9-AB5A-32417DEE33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829125"/>
            <a:ext cx="8268720" cy="360000"/>
          </a:xfrm>
        </p:spPr>
        <p:txBody>
          <a:bodyPr/>
          <a:lstStyle/>
          <a:p>
            <a:r>
              <a:rPr lang="en-US"/>
              <a:t>Idea der Outlier-Detection</a:t>
            </a:r>
          </a:p>
        </p:txBody>
      </p:sp>
      <p:sp>
        <p:nvSpPr>
          <p:cNvPr id="33" name="Title 3">
            <a:extLst>
              <a:ext uri="{FF2B5EF4-FFF2-40B4-BE49-F238E27FC236}">
                <a16:creationId xmlns:a16="http://schemas.microsoft.com/office/drawing/2014/main" id="{C113F1A7-0336-AFCE-B3E6-74C5D2BD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D13D1-B910-6FEB-DB18-28B4DAA71E1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403" y="6493063"/>
            <a:ext cx="1765820" cy="288000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7861A4D-26DF-4B4D-A8C0-9967DC465046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073DE-33A9-5B55-A74B-F498F04538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41456" y="6493063"/>
            <a:ext cx="310544" cy="288000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3B32FF-60F9-A513-A3D6-BA1487405A2A}"/>
              </a:ext>
            </a:extLst>
          </p:cNvPr>
          <p:cNvGrpSpPr/>
          <p:nvPr/>
        </p:nvGrpSpPr>
        <p:grpSpPr>
          <a:xfrm>
            <a:off x="1186108" y="2052536"/>
            <a:ext cx="9819785" cy="3495675"/>
            <a:chOff x="946818" y="1821840"/>
            <a:chExt cx="9819785" cy="3495675"/>
          </a:xfrm>
        </p:grpSpPr>
        <p:pic>
          <p:nvPicPr>
            <p:cNvPr id="1026" name="Picture 2" descr="box plot">
              <a:extLst>
                <a:ext uri="{FF2B5EF4-FFF2-40B4-BE49-F238E27FC236}">
                  <a16:creationId xmlns:a16="http://schemas.microsoft.com/office/drawing/2014/main" id="{DB490D41-C826-4557-6DC5-BFB62DAFC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853" y="1821840"/>
              <a:ext cx="3333750" cy="3495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A3498D5-A0C5-D8CC-5C60-85A1F80BB8BD}"/>
                </a:ext>
              </a:extLst>
            </p:cNvPr>
            <p:cNvSpPr txBox="1"/>
            <p:nvPr/>
          </p:nvSpPr>
          <p:spPr bwMode="gray">
            <a:xfrm>
              <a:off x="946818" y="2928356"/>
              <a:ext cx="5672591" cy="12826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285750" indent="-285750">
                <a:lnSpc>
                  <a:spcPct val="90000"/>
                </a:lnSpc>
                <a:spcAft>
                  <a:spcPts val="10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de-DE" sz="2000" b="1"/>
                <a:t>Verwendung der selben Logik, die bei Boxplots zur Bestimmung der „Whisker“ genutzt wird</a:t>
              </a:r>
            </a:p>
            <a:p>
              <a:pPr marL="285750" indent="-285750">
                <a:lnSpc>
                  <a:spcPct val="90000"/>
                </a:lnSpc>
                <a:spcAft>
                  <a:spcPts val="10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de-DE" sz="2000" b="1"/>
                <a:t>Unter der Annahme, dass Anomalien überwiegen und punktuell korrigiert werden müssen</a:t>
              </a:r>
              <a:endParaRPr lang="en-US" sz="2000" b="1"/>
            </a:p>
          </p:txBody>
        </p:sp>
      </p:grpSp>
    </p:spTree>
    <p:extLst>
      <p:ext uri="{BB962C8B-B14F-4D97-AF65-F5344CB8AC3E}">
        <p14:creationId xmlns:p14="http://schemas.microsoft.com/office/powerpoint/2010/main" val="142862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10CE5-1C27-194D-B927-3915CABE60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Idea der Outlier-Detection — Tukey's fences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13BC54-896E-E010-9403-A511E0DF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B61F7-E1E5-CE20-D35F-E901165D55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E0903-F0D6-D998-B0C1-26473DA9C5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6</a:t>
            </a:fld>
            <a:endParaRPr lang="de-DE" noProof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6FB2DB-B963-5289-DE68-681B3CB96E13}"/>
              </a:ext>
            </a:extLst>
          </p:cNvPr>
          <p:cNvGrpSpPr/>
          <p:nvPr/>
        </p:nvGrpSpPr>
        <p:grpSpPr>
          <a:xfrm>
            <a:off x="2496788" y="2713933"/>
            <a:ext cx="7198425" cy="2152429"/>
            <a:chOff x="2496788" y="2713933"/>
            <a:chExt cx="7198425" cy="2152429"/>
          </a:xfrm>
        </p:grpSpPr>
        <p:sp>
          <p:nvSpPr>
            <p:cNvPr id="10" name="Rechteck: abgerundete Ecken 43">
              <a:extLst>
                <a:ext uri="{FF2B5EF4-FFF2-40B4-BE49-F238E27FC236}">
                  <a16:creationId xmlns:a16="http://schemas.microsoft.com/office/drawing/2014/main" id="{A96A4055-01CC-D459-3355-6A93F5D322DF}"/>
                </a:ext>
              </a:extLst>
            </p:cNvPr>
            <p:cNvSpPr/>
            <p:nvPr/>
          </p:nvSpPr>
          <p:spPr>
            <a:xfrm>
              <a:off x="2496788" y="2713933"/>
              <a:ext cx="7198425" cy="2152429"/>
            </a:xfrm>
            <a:prstGeom prst="roundRect">
              <a:avLst>
                <a:gd name="adj" fmla="val 893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2D7AC5B-8D32-5E52-6895-62DC906372E4}"/>
                    </a:ext>
                  </a:extLst>
                </p:cNvPr>
                <p:cNvSpPr txBox="1"/>
                <p:nvPr/>
              </p:nvSpPr>
              <p:spPr bwMode="gray">
                <a:xfrm>
                  <a:off x="3701716" y="3161128"/>
                  <a:ext cx="4788568" cy="12580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>
                    <a:lnSpc>
                      <a:spcPct val="90000"/>
                    </a:lnSpc>
                    <a:spcAft>
                      <a:spcPts val="1000"/>
                    </a:spcAft>
                    <a:buClr>
                      <a:schemeClr val="accent1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400" b="1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2D7AC5B-8D32-5E52-6895-62DC90637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3701716" y="3161128"/>
                  <a:ext cx="4788568" cy="125803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0D5DBA-C9C2-7E04-E5A6-9844DA3DFCFA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marL="0" marR="0" lvl="0" indent="0" algn="ctr" defTabSz="1066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In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unseren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Fall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k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=1.5 (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Outlier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nach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John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Tukey</m:t>
                      </m:r>
                      <m:r>
                        <a:rPr kumimoji="0" lang="en-US" sz="12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black">
                              <a:alpha val="70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0D5DBA-C9C2-7E04-E5A6-9844DA3DF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3"/>
                <a:stretch>
                  <a:fillRect t="-16129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6689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A2DC66-1A82-3804-CF2E-87F2215F9426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6408D-8C54-89B8-0889-E4A114BEE0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Outlier und volatile </a:t>
            </a:r>
            <a:r>
              <a:rPr lang="en-US" err="1"/>
              <a:t>Zeitperioden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0D647F-D93B-4597-DFD4-A90580998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7F19E-E48C-4487-F3A2-7BB2A6D9F5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6FBA-1E04-087C-CE7B-A6B689CD46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7</a:t>
            </a:fld>
            <a:endParaRPr lang="de-DE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241C7B-548A-3402-A8FD-452A0970C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165" y="1769019"/>
            <a:ext cx="8921106" cy="444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2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D172A-6974-8F7B-CE62-E5DC9204E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16BA6F-3305-2D31-0325-A32B09B8A392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69CB9-C133-75EF-9E7E-4C884EAAF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Quality Assessment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EF104D-A99B-9DB4-9F15-AD3B3DD7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D522C-34B0-AA9A-3D44-071BD407B7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F03D8-A382-126B-7C7C-18B83148CA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9CAE13-7A36-2A4F-6D5D-C360269E63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57729" y="1769019"/>
            <a:ext cx="7395977" cy="444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13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DC7A6-8B94-5FA8-1A77-65C33C87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D4871E-598B-CBD1-8B0D-CE41F74D8E44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77FEE-B87A-8AE6-F5F7-FA385168CE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Quality Assessment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108E9F-E6A9-571F-A45B-A7DD59C70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9DEE6-5F03-E730-47F1-4117BEDEC8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4533-F764-F7C6-C716-B74AB4DD19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F55674-3615-8D4C-8B41-011D445B8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11503" y="1583610"/>
            <a:ext cx="7768994" cy="466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28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0068-0180-D798-E637-9C33536B7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49B3B5-C493-55BD-0547-6149829DE735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D236F-6584-561B-8592-7C49B23891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Quality Assessment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879117-0252-219C-77F4-61EAFAAF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26B33-B63E-828F-67AB-099A91815A5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12314-8EB3-98F6-0C1F-B4F6F05C3D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2037EF-B1BF-642B-572D-E25E00598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751" y="1551104"/>
            <a:ext cx="7254499" cy="457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83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BC7A-F814-25DF-3DC4-A8F3D0E7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CA1C36-459E-EEA2-5090-A09C2B1D4BA2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1E5E6-2EDD-1742-E9CC-6E601C6DCC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Quality Assessment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B6E537-8917-CD72-443D-02678E94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99EA9-4D99-1B8A-8967-1D5052986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9C3C5-047A-6046-9FBC-CE13DBE962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7705F5-A960-0E46-A929-9AEDDEE71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002" y="2432538"/>
            <a:ext cx="5221996" cy="253445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DAB7CA-D352-70F3-D3FD-1A9485135F0D}"/>
              </a:ext>
            </a:extLst>
          </p:cNvPr>
          <p:cNvSpPr/>
          <p:nvPr/>
        </p:nvSpPr>
        <p:spPr bwMode="gray">
          <a:xfrm>
            <a:off x="6067698" y="3960217"/>
            <a:ext cx="779687" cy="24294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400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85C441-EF44-1D0C-657C-18C94551432A}"/>
              </a:ext>
            </a:extLst>
          </p:cNvPr>
          <p:cNvSpPr/>
          <p:nvPr/>
        </p:nvSpPr>
        <p:spPr bwMode="gray">
          <a:xfrm>
            <a:off x="6259811" y="4220660"/>
            <a:ext cx="503525" cy="210354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569804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01E8C-9E33-12C9-7A03-A522F1FC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B79C52-3DB3-F184-8BDA-D8A94A99A84E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05E28-457A-F236-C45B-87F1CA85E0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Quality Assessment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B2858D-2324-AF67-4C61-856846C1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Preprocessing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B4F9E-12F3-C6E0-5AFA-9033DAF55E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373A5-2FC4-F3D8-DFE1-93B62A54B9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4321041-DD49-C4E1-9576-D296893A02CF}"/>
              </a:ext>
            </a:extLst>
          </p:cNvPr>
          <p:cNvGrpSpPr/>
          <p:nvPr/>
        </p:nvGrpSpPr>
        <p:grpSpPr>
          <a:xfrm>
            <a:off x="2821325" y="1922720"/>
            <a:ext cx="6549351" cy="3959715"/>
            <a:chOff x="3190822" y="1326844"/>
            <a:chExt cx="5893103" cy="35513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56B920C-326D-D5E8-EBFC-C5BD07362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5535"/>
            <a:stretch>
              <a:fillRect/>
            </a:stretch>
          </p:blipFill>
          <p:spPr>
            <a:xfrm>
              <a:off x="3190822" y="1326844"/>
              <a:ext cx="5893103" cy="35513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BE98D4-1197-ADDD-0007-D4104C61DC05}"/>
                </a:ext>
              </a:extLst>
            </p:cNvPr>
            <p:cNvSpPr/>
            <p:nvPr/>
          </p:nvSpPr>
          <p:spPr bwMode="gray">
            <a:xfrm>
              <a:off x="5115151" y="1719940"/>
              <a:ext cx="701562" cy="217887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400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E1C92D-D46A-C4CE-D881-59348D55D1CA}"/>
                </a:ext>
              </a:extLst>
            </p:cNvPr>
            <p:cNvSpPr/>
            <p:nvPr/>
          </p:nvSpPr>
          <p:spPr bwMode="gray">
            <a:xfrm>
              <a:off x="6677419" y="2090227"/>
              <a:ext cx="701562" cy="217887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400" err="1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B621342-6570-70D7-672D-8DCA92D2AB29}"/>
                </a:ext>
              </a:extLst>
            </p:cNvPr>
            <p:cNvSpPr/>
            <p:nvPr/>
          </p:nvSpPr>
          <p:spPr bwMode="gray">
            <a:xfrm>
              <a:off x="5239354" y="2976065"/>
              <a:ext cx="701562" cy="217887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400" err="1"/>
            </a:p>
          </p:txBody>
        </p:sp>
      </p:grpSp>
    </p:spTree>
    <p:extLst>
      <p:ext uri="{BB962C8B-B14F-4D97-AF65-F5344CB8AC3E}">
        <p14:creationId xmlns:p14="http://schemas.microsoft.com/office/powerpoint/2010/main" val="2308486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4898390-E301-CE64-5E34-FAADB991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cap="none"/>
              <a:t>Data Analysis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D9C92C-9BDD-37B7-95A7-C5356B0F3E2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425113" y="6492875"/>
            <a:ext cx="1766887" cy="288925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53F340-3033-343F-0977-1A444A367A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80850" y="6492875"/>
            <a:ext cx="311150" cy="288925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13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331378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491490-7168-050A-A69C-2242D66710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B71CF4-F2EE-5B39-13A5-4393363A808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14</a:t>
            </a:fld>
            <a:endParaRPr lang="de-DE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14629C1-28DE-0E8A-3E01-6D4C058E1E7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69875" indent="-269875"/>
            <a:r>
              <a:rPr lang="de-DE"/>
              <a:t>Zeitliche Differenz zwischen jeweils erstem und letztem Datensatz</a:t>
            </a:r>
          </a:p>
          <a:p>
            <a:pPr marL="269875" indent="-269875"/>
            <a:r>
              <a:rPr lang="de-DE"/>
              <a:t>Viele Aktien die vollen 25 Jahre aktiv,</a:t>
            </a:r>
            <a:br>
              <a:rPr lang="de-DE"/>
            </a:br>
            <a:r>
              <a:rPr lang="de-DE"/>
              <a:t>aber auch einige nicht ein Jahr</a:t>
            </a:r>
          </a:p>
        </p:txBody>
      </p:sp>
      <p:pic>
        <p:nvPicPr>
          <p:cNvPr id="10" name="Inhaltsplatzhalter 9" descr="Ein Bild, das Text, Screenshot, Diagramm, Grafiksoftware enthält.&#10;&#10;KI-generierte Inhalte können fehlerhaft sein.">
            <a:extLst>
              <a:ext uri="{FF2B5EF4-FFF2-40B4-BE49-F238E27FC236}">
                <a16:creationId xmlns:a16="http://schemas.microsoft.com/office/drawing/2014/main" id="{9C4D8B06-5822-7852-E104-49E64BF354D7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 bwMode="gray">
          <a:xfrm>
            <a:off x="6354263" y="1728000"/>
            <a:ext cx="5195473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F201025-C002-F499-782D-83601D8939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CF77A9BF-BE9C-57B2-9CD7-FBB5D43E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Verteilung der Lebensdauer</a:t>
            </a:r>
          </a:p>
        </p:txBody>
      </p:sp>
    </p:spTree>
    <p:extLst>
      <p:ext uri="{BB962C8B-B14F-4D97-AF65-F5344CB8AC3E}">
        <p14:creationId xmlns:p14="http://schemas.microsoft.com/office/powerpoint/2010/main" val="768542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CC2EC-266B-A937-CEE1-C6C04B82C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822452-05E3-E563-5A95-102F032D16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D4572B-3C1D-FB3C-2BC7-25A8F70CF0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15</a:t>
            </a:fld>
            <a:endParaRPr lang="de-DE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728866C-DE19-9AB5-0A1A-5383695AED7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69875" indent="-269875"/>
            <a:r>
              <a:rPr lang="de-DE"/>
              <a:t>Anzahl der Aktien, die zum jeweiligen Datum aktiv waren.</a:t>
            </a:r>
          </a:p>
          <a:p>
            <a:pPr marL="269875" indent="-269875"/>
            <a:r>
              <a:rPr lang="de-DE"/>
              <a:t>Startdatum &lt;= Datum &lt;= Enddatum</a:t>
            </a:r>
          </a:p>
          <a:p>
            <a:pPr marL="269875" indent="-269875"/>
            <a:r>
              <a:rPr lang="de-DE"/>
              <a:t>Internetrecherche:</a:t>
            </a:r>
            <a:br>
              <a:rPr lang="de-DE"/>
            </a:br>
            <a:r>
              <a:rPr lang="de-DE"/>
              <a:t>Früher mehr Aktien als hier gezeigt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9E165B5-FADE-8ABA-E2BA-2B6FF48E2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955E4357-BBE8-6E11-EE3B-79690107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Aktive Aktien</a:t>
            </a:r>
          </a:p>
        </p:txBody>
      </p:sp>
      <p:pic>
        <p:nvPicPr>
          <p:cNvPr id="15" name="Inhaltsplatzhalter 14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B06D9C48-8ED1-C277-56C6-CD2F4D33ABFB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 bwMode="gray">
          <a:xfrm>
            <a:off x="6313318" y="1728000"/>
            <a:ext cx="5277363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08733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EA5A1-8D0A-4BF7-9CD0-6DF0F43F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789629-845E-2ED8-B6AD-3C66CC4BE05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832A1B-F213-1262-BB21-D0010C67D18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Präsentationstitel | Verfasser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F518C8-0AC0-26CC-595C-E8D7E8BE91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16</a:t>
            </a:fld>
            <a:endParaRPr lang="de-DE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463B45F-A0ED-1A70-B5B4-666CA21D82B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69875" indent="-269875"/>
            <a:r>
              <a:rPr lang="de-DE"/>
              <a:t>Anzahl der Unternehmen einer Branche</a:t>
            </a:r>
          </a:p>
          <a:p>
            <a:pPr marL="269875" indent="-269875"/>
            <a:endParaRPr lang="de-DE"/>
          </a:p>
          <a:p>
            <a:pPr marL="0" indent="0">
              <a:buNone/>
            </a:pPr>
            <a:r>
              <a:rPr lang="de-DE"/>
              <a:t>Stark gewachsen:</a:t>
            </a:r>
          </a:p>
          <a:p>
            <a:pPr marL="269875" indent="-269875"/>
            <a:r>
              <a:rPr lang="de-DE" b="1"/>
              <a:t>Gesundheit</a:t>
            </a:r>
          </a:p>
          <a:p>
            <a:pPr marL="269875" indent="-269875"/>
            <a:r>
              <a:rPr lang="de">
                <a:latin typeface="Meta OT"/>
              </a:rPr>
              <a:t>Konsumgüter</a:t>
            </a:r>
            <a:endParaRPr lang="de-DE" b="1">
              <a:latin typeface="Meta OT"/>
            </a:endParaRPr>
          </a:p>
          <a:p>
            <a:pPr marL="269875" indent="-269875"/>
            <a:r>
              <a:rPr lang="de">
                <a:latin typeface="Meta OT"/>
              </a:rPr>
              <a:t>Technologie</a:t>
            </a:r>
            <a:endParaRPr lang="de-DE" b="1">
              <a:latin typeface="Meta OT"/>
            </a:endParaRPr>
          </a:p>
          <a:p>
            <a:pPr marL="269875" indent="-269875"/>
            <a:r>
              <a:rPr lang="de">
                <a:latin typeface="Meta OT"/>
              </a:rPr>
              <a:t>Finanzen</a:t>
            </a:r>
            <a:endParaRPr lang="de-DE" b="1">
              <a:latin typeface="Meta OT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1B9A9C-8D2A-4878-C13A-FB99112853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02D048F-EA18-617D-99A6-CC198C2E0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F0EBB51F-D1A0-6E4A-0817-B637F79AD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Zeitliche Entwicklung der Branche</a:t>
            </a:r>
          </a:p>
        </p:txBody>
      </p:sp>
      <p:pic>
        <p:nvPicPr>
          <p:cNvPr id="14" name="Inhaltsplatzhalter 13" descr="Ein Bild, das Tex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53833B15-FFA9-8AD1-5968-80D3F3A1F98F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 bwMode="gray">
          <a:xfrm>
            <a:off x="6354263" y="1728000"/>
            <a:ext cx="5195473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63507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711AF1-BB4D-3042-4D87-06C634F7CA8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497ECC-2554-29FD-58B3-C9C83CB83E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17</a:t>
            </a:fld>
            <a:endParaRPr lang="de-DE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4C968DC-D756-F9C8-511A-58E1378917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302D040C-C617-20F8-3636-B6277CFDB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NASDAQ </a:t>
            </a:r>
            <a:r>
              <a:rPr lang="de-DE" err="1"/>
              <a:t>vs</a:t>
            </a:r>
            <a:r>
              <a:rPr lang="de-DE"/>
              <a:t> Crypto: Profit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7D4CA395-7035-67AE-3320-4B0B014899A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69875" indent="-269875"/>
            <a:r>
              <a:rPr lang="de-DE"/>
              <a:t>Anteil der Aktien, die im jeweiligen Jahr Profit gemacht haben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Erkenntnisse</a:t>
            </a:r>
          </a:p>
          <a:p>
            <a:pPr marL="269875" indent="-269875"/>
            <a:r>
              <a:rPr lang="de-DE"/>
              <a:t>Weltfinanzkrise 2008</a:t>
            </a:r>
          </a:p>
          <a:p>
            <a:pPr marL="269875" indent="-269875"/>
            <a:r>
              <a:rPr lang="de-DE"/>
              <a:t>Kryptomarkt korreliert mit NASDAQ-Index</a:t>
            </a:r>
          </a:p>
          <a:p>
            <a:pPr marL="269875" indent="-269875"/>
            <a:r>
              <a:rPr lang="de-DE" err="1"/>
              <a:t>Kryptomark</a:t>
            </a:r>
            <a:r>
              <a:rPr lang="de-DE"/>
              <a:t> hat extreme Ausschwankungen</a:t>
            </a:r>
          </a:p>
        </p:txBody>
      </p:sp>
      <p:pic>
        <p:nvPicPr>
          <p:cNvPr id="16" name="Inhaltsplatzhalter 15" descr="Ein Bild, das Screenshot, Text, Schrift, Reihe enthält.&#10;&#10;KI-generierte Inhalte können fehlerhaft sein.">
            <a:extLst>
              <a:ext uri="{FF2B5EF4-FFF2-40B4-BE49-F238E27FC236}">
                <a16:creationId xmlns:a16="http://schemas.microsoft.com/office/drawing/2014/main" id="{CA1C5019-4379-1E91-EFB2-462EC652AD9E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 bwMode="gray">
          <a:xfrm>
            <a:off x="6440703" y="1728000"/>
            <a:ext cx="5022593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40749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51AB-1E42-FB7D-93D9-DCE20D93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B775B2-4B05-2557-57EA-AD6F7BC3BBD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09223B-9D08-BE93-C51B-D0D2F78B56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18</a:t>
            </a:fld>
            <a:endParaRPr lang="de-DE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9425353-8186-14A6-1BFB-0553F8F35A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11332BC-D4E7-6723-1FED-F7D6946B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724061" cy="387878"/>
          </a:xfrm>
        </p:spPr>
        <p:txBody>
          <a:bodyPr/>
          <a:lstStyle/>
          <a:p>
            <a:r>
              <a:rPr lang="de-DE"/>
              <a:t>Statistische Verteilung der logarithmierten Schlusskurse</a:t>
            </a:r>
          </a:p>
        </p:txBody>
      </p:sp>
      <p:pic>
        <p:nvPicPr>
          <p:cNvPr id="17" name="Inhaltsplatzhalter 16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77A11581-FAF2-C0AA-5A82-253E6F14B5C5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 bwMode="gray">
          <a:xfrm>
            <a:off x="6415655" y="1728000"/>
            <a:ext cx="507269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D77AF23C-23BF-6AB2-1EBB-F9034BFA761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69875" indent="-269875"/>
            <a:r>
              <a:rPr lang="de-DE"/>
              <a:t>Optische Ähnlichkeit zur Normalverteilung</a:t>
            </a:r>
          </a:p>
          <a:p>
            <a:pPr marL="269875" indent="-269875"/>
            <a:r>
              <a:rPr lang="de-DE"/>
              <a:t>Aber Shapiro-Wilk-Statistik: 0.8224</a:t>
            </a:r>
            <a:br>
              <a:rPr lang="de-DE"/>
            </a:br>
            <a:r>
              <a:rPr lang="de-DE"/>
              <a:t>=&gt; Keine Normalverteilung!</a:t>
            </a:r>
          </a:p>
        </p:txBody>
      </p:sp>
    </p:spTree>
    <p:extLst>
      <p:ext uri="{BB962C8B-B14F-4D97-AF65-F5344CB8AC3E}">
        <p14:creationId xmlns:p14="http://schemas.microsoft.com/office/powerpoint/2010/main" val="625030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0A8E9A-768E-EA12-C91A-8A2089A127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BA7583-AC1E-399A-2BD8-F3DF430470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19</a:t>
            </a:fld>
            <a:endParaRPr lang="de-DE" noProof="0"/>
          </a:p>
        </p:txBody>
      </p:sp>
      <p:pic>
        <p:nvPicPr>
          <p:cNvPr id="10" name="Inhaltsplatzhalter 9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401D43B-4AA0-960B-5DF0-22C61678F925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 bwMode="gray">
          <a:xfrm>
            <a:off x="4675245" y="1550175"/>
            <a:ext cx="6979755" cy="2237528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35D15B4-E692-2ED3-FE97-153638E1E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E836B75C-95D6-9075-E9D2-83B186A55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Korrelationsanalyse</a:t>
            </a:r>
          </a:p>
        </p:txBody>
      </p:sp>
      <p:pic>
        <p:nvPicPr>
          <p:cNvPr id="14" name="Inhaltsplatzhalter 13" descr="Ein Bild, das Screenshot, Text, Multimedia-Software, Quadrat enthält.&#10;&#10;KI-generierte Inhalte können fehlerhaft sein.">
            <a:extLst>
              <a:ext uri="{FF2B5EF4-FFF2-40B4-BE49-F238E27FC236}">
                <a16:creationId xmlns:a16="http://schemas.microsoft.com/office/drawing/2014/main" id="{05534E09-3901-8013-6A76-A1555E7DEB73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/>
          <a:stretch>
            <a:fillRect/>
          </a:stretch>
        </p:blipFill>
        <p:spPr bwMode="gray">
          <a:xfrm>
            <a:off x="4672244" y="3941768"/>
            <a:ext cx="6979756" cy="2370173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38D5BA29-448F-865A-5FFD-BDD2246CA167}"/>
              </a:ext>
            </a:extLst>
          </p:cNvPr>
          <p:cNvSpPr txBox="1"/>
          <p:nvPr/>
        </p:nvSpPr>
        <p:spPr bwMode="gray">
          <a:xfrm>
            <a:off x="540463" y="1960880"/>
            <a:ext cx="3607171" cy="6268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Hohe Korrelation</a:t>
            </a: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Auch zwischen Kryptos</a:t>
            </a:r>
          </a:p>
        </p:txBody>
      </p:sp>
    </p:spTree>
    <p:extLst>
      <p:ext uri="{BB962C8B-B14F-4D97-AF65-F5344CB8AC3E}">
        <p14:creationId xmlns:p14="http://schemas.microsoft.com/office/powerpoint/2010/main" val="3091757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1E1C78-C5F2-C5F4-8614-BA27E674EE0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12267B-0065-9A8F-49A6-634BEE4904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20</a:t>
            </a:fld>
            <a:endParaRPr lang="de-DE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0385111-2D8A-F741-C661-DB2F24DC86F4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69875" indent="-269875"/>
            <a:r>
              <a:rPr lang="de-DE"/>
              <a:t>Monatliches Investment: 100€</a:t>
            </a:r>
          </a:p>
          <a:p>
            <a:pPr marL="269875" indent="-269875"/>
            <a:r>
              <a:rPr lang="de-DE"/>
              <a:t>Interaktiver Graph im Notebook</a:t>
            </a:r>
          </a:p>
        </p:txBody>
      </p:sp>
      <p:pic>
        <p:nvPicPr>
          <p:cNvPr id="11" name="Inhaltsplatzhalter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76B3994D-372C-506D-177D-26BDE52BFE59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 bwMode="gray">
          <a:xfrm>
            <a:off x="6252000" y="1736898"/>
            <a:ext cx="5400000" cy="41222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A12A9C2-31F7-F35E-193C-120BE312E0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C042D7EA-F6C0-A5F7-0BF0-00044A1B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Portfolio Wert bei monatlichem Investment</a:t>
            </a:r>
          </a:p>
        </p:txBody>
      </p:sp>
    </p:spTree>
    <p:extLst>
      <p:ext uri="{BB962C8B-B14F-4D97-AF65-F5344CB8AC3E}">
        <p14:creationId xmlns:p14="http://schemas.microsoft.com/office/powerpoint/2010/main" val="1172097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9E08C3-3D1A-383A-2EFF-939179E22C6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69A88C-F61D-3367-E308-2F2118F9D3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21</a:t>
            </a:fld>
            <a:endParaRPr lang="de-DE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A8D7CAE-8289-FC65-E4B9-C99761B9F89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69875" indent="-269875"/>
            <a:r>
              <a:rPr lang="de-DE"/>
              <a:t>Problem: Adressen -&gt; Koordinaten</a:t>
            </a:r>
          </a:p>
          <a:p>
            <a:pPr marL="269875" indent="-269875"/>
            <a:r>
              <a:rPr lang="de-DE"/>
              <a:t>Lösung: Modul geopy (2:45h)</a:t>
            </a:r>
          </a:p>
          <a:p>
            <a:pPr marL="269875" indent="-269875"/>
            <a:endParaRPr lang="de-DE"/>
          </a:p>
          <a:p>
            <a:pPr marL="0" indent="0">
              <a:buNone/>
            </a:pPr>
            <a:r>
              <a:rPr lang="de-DE"/>
              <a:t>Erkenntnisse:</a:t>
            </a:r>
          </a:p>
          <a:p>
            <a:pPr marL="269875" indent="-269875"/>
            <a:r>
              <a:rPr lang="de-DE"/>
              <a:t>Konzentration bei großen Städten:</a:t>
            </a:r>
            <a:br>
              <a:rPr lang="de-DE"/>
            </a:br>
            <a:r>
              <a:rPr lang="de-DE"/>
              <a:t>New York, Chicago, San Francisco (Silicon Valley), Los Angeles</a:t>
            </a:r>
          </a:p>
          <a:p>
            <a:pPr marL="269875" indent="-269875"/>
            <a:r>
              <a:rPr lang="de-DE"/>
              <a:t>Unternehmen tendenziell im Osten gelegen</a:t>
            </a:r>
          </a:p>
          <a:p>
            <a:pPr marL="269875" indent="-269875"/>
            <a:endParaRPr lang="de-DE"/>
          </a:p>
        </p:txBody>
      </p:sp>
      <p:pic>
        <p:nvPicPr>
          <p:cNvPr id="10" name="Inhaltsplatzhalter 9" descr="Ein Bild, das Karte, Text, Atlas enthält.&#10;&#10;KI-generierte Inhalte können fehlerhaft sein.">
            <a:extLst>
              <a:ext uri="{FF2B5EF4-FFF2-40B4-BE49-F238E27FC236}">
                <a16:creationId xmlns:a16="http://schemas.microsoft.com/office/drawing/2014/main" id="{B46EFE01-FE9B-72FD-7515-FAB20D08C248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 bwMode="gray">
          <a:xfrm>
            <a:off x="6252000" y="2207677"/>
            <a:ext cx="5400000" cy="318064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14B4175-9B0D-1A4E-7A4C-FD3F902583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4DA6FC0-F2BF-61A2-403D-4878B84A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Geographische Karte</a:t>
            </a:r>
          </a:p>
        </p:txBody>
      </p:sp>
    </p:spTree>
    <p:extLst>
      <p:ext uri="{BB962C8B-B14F-4D97-AF65-F5344CB8AC3E}">
        <p14:creationId xmlns:p14="http://schemas.microsoft.com/office/powerpoint/2010/main" val="1365494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EF9296A-DD50-5769-A51C-D23C10D232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5D96DF-9FF9-0F5D-5572-9E9AC99FA2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22</a:t>
            </a:fld>
            <a:endParaRPr lang="de-DE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85DBCC1-DC94-D4D3-D907-1E1417CD5BC9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69875" indent="-269875"/>
            <a:r>
              <a:rPr lang="de-DE"/>
              <a:t>Durchschnitt der prozentualen Änderung des Schlusskurses</a:t>
            </a:r>
          </a:p>
          <a:p>
            <a:pPr marL="269875" indent="-269875"/>
            <a:r>
              <a:rPr lang="de-DE"/>
              <a:t>Herausfiltern der Aktien mit &lt; 50 Datensätzen</a:t>
            </a:r>
          </a:p>
          <a:p>
            <a:pPr marL="269875" indent="-269875"/>
            <a:r>
              <a:rPr lang="de-DE"/>
              <a:t>Im Mittel: 4.88%</a:t>
            </a:r>
          </a:p>
          <a:p>
            <a:pPr marL="269875" indent="-269875"/>
            <a:endParaRPr lang="de-DE">
              <a:latin typeface="Meta OT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DB5B54A-CD3D-8D6C-559A-F46A77AA2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34BE9357-4794-2B74-49CC-9D30FA7A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Eigene Idee - Ausschlagungen</a:t>
            </a:r>
          </a:p>
        </p:txBody>
      </p:sp>
      <p:pic>
        <p:nvPicPr>
          <p:cNvPr id="13" name="Inhaltsplatzhalter 12" descr="Ein Bild, das Screenshot, Text, Diagramm enthält.&#10;&#10;KI-generierte Inhalte können fehlerhaft sein.">
            <a:extLst>
              <a:ext uri="{FF2B5EF4-FFF2-40B4-BE49-F238E27FC236}">
                <a16:creationId xmlns:a16="http://schemas.microsoft.com/office/drawing/2014/main" id="{56485D87-F824-542C-C4B5-CBF6CF96781C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 bwMode="gray">
          <a:xfrm>
            <a:off x="6354263" y="1728000"/>
            <a:ext cx="5195473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78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955124-0685-D03D-833D-D8DA6E2574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56D663-3CE6-4D35-8414-429F5E696139}" type="datetime4">
              <a:rPr lang="de-DE" noProof="0" smtClean="0"/>
              <a:t>18. Januar 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E972D6-AD84-6743-440D-241E719066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23</a:t>
            </a:fld>
            <a:endParaRPr lang="de-DE" noProof="0"/>
          </a:p>
        </p:txBody>
      </p:sp>
      <p:pic>
        <p:nvPicPr>
          <p:cNvPr id="11" name="Inhaltsplatzhalter 10" descr="Ein Bild, das Screenshot, Tex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1280DDEB-720F-5A83-2746-C6FED849BE90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 bwMode="gray">
          <a:xfrm>
            <a:off x="573000" y="1764412"/>
            <a:ext cx="5334000" cy="406717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  <p:pic>
        <p:nvPicPr>
          <p:cNvPr id="10" name="Inhaltsplatzhalter 9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DA679807-02A5-2C7D-7D0E-204EF59E4AFE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/>
          <a:stretch>
            <a:fillRect/>
          </a:stretch>
        </p:blipFill>
        <p:spPr bwMode="gray">
          <a:xfrm>
            <a:off x="6281794" y="1728000"/>
            <a:ext cx="534041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07042CD-F2E2-2134-4754-54D2A012A2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/>
              <a:t>Datenanalyse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5C93BB4-C724-AABF-0339-FABDC434C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Graphen der Aktien mit </a:t>
            </a:r>
            <a:r>
              <a:rPr lang="de-DE" err="1"/>
              <a:t>grösten</a:t>
            </a:r>
            <a:r>
              <a:rPr lang="de-DE"/>
              <a:t>/kleinsten Ausschläge</a:t>
            </a:r>
          </a:p>
        </p:txBody>
      </p:sp>
    </p:spTree>
    <p:extLst>
      <p:ext uri="{BB962C8B-B14F-4D97-AF65-F5344CB8AC3E}">
        <p14:creationId xmlns:p14="http://schemas.microsoft.com/office/powerpoint/2010/main" val="2587820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4129-8C24-A087-6951-DEAAAE7B2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E5F4F-BC76-FCFC-8954-285F5D68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</a:p>
        </p:txBody>
      </p:sp>
    </p:spTree>
    <p:extLst>
      <p:ext uri="{BB962C8B-B14F-4D97-AF65-F5344CB8AC3E}">
        <p14:creationId xmlns:p14="http://schemas.microsoft.com/office/powerpoint/2010/main" val="2607199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20AA2-2B29-7B0C-12A1-D7A6A4D58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989334-06E4-98B7-AFDD-3DCDAE5963D5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5B2B9-01C5-4CF7-AC68-1ABCFB96A8D8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/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/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7B93B6-5EF1-6ED4-823F-6045F9CFA3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/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/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ED388-81FB-78A7-3B56-09A093860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283E7BA-8DD1-3104-67CD-0D138A6280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de-DE">
                <a:solidFill>
                  <a:schemeClr val="bg1">
                    <a:lumMod val="85000"/>
                  </a:schemeClr>
                </a:solidFill>
              </a:rPr>
              <a:t>02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363D9F-B776-B34E-1CE9-591949089F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03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A099E18-A5CD-70FF-38C4-CFC1D297CD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1927363-8B7A-36FF-A267-A85FCFF825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>
                <a:solidFill>
                  <a:schemeClr val="bg1">
                    <a:lumMod val="85000"/>
                  </a:schemeClr>
                </a:solidFill>
              </a:rPr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5A2CB79-83DA-455A-457B-2F3BF3B652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CE66A69-3934-02D9-BBD7-5AD75759EB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de-DE" b="1"/>
              <a:t>Laden des bereinigten df_nasdaq_daily.csv Datensatz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C4EC70C-3456-39DD-EC40-2283B890078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r>
              <a:rPr lang="de-DE" b="1"/>
              <a:t>Split in </a:t>
            </a:r>
            <a:r>
              <a:rPr lang="de-DE" b="1" i="1"/>
              <a:t>Training</a:t>
            </a:r>
            <a:r>
              <a:rPr lang="de-DE" b="1"/>
              <a:t> (2015-2023), </a:t>
            </a:r>
            <a:r>
              <a:rPr lang="de-DE" b="1" i="1"/>
              <a:t>Validation</a:t>
            </a:r>
            <a:r>
              <a:rPr lang="de-DE" b="1"/>
              <a:t> (2024). </a:t>
            </a:r>
            <a:r>
              <a:rPr lang="de-DE" b="1" i="1"/>
              <a:t>Test</a:t>
            </a:r>
            <a:r>
              <a:rPr lang="de-DE" b="1"/>
              <a:t> (2025)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74728D9-19A5-78B2-9927-5F6BABD11D9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r>
              <a:rPr lang="en-US" b="1" i="1"/>
              <a:t>Wahl der Modell-</a:t>
            </a:r>
            <a:r>
              <a:rPr lang="en-US" b="1" i="1" err="1"/>
              <a:t>Merkmale</a:t>
            </a:r>
            <a:endParaRPr lang="de-DE" b="1" i="1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853A486-132D-FC4A-1AA0-C556E9A2DD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04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EA98DEF-67AA-BC24-2181-F9B7F7FD4D6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05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5D289AE-2AEC-8C66-4CC7-126787F8AE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/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06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936FA77-0108-6956-7B3B-8344A0CF3F2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1601049-3A7C-3609-41F0-0985F9BCA7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84A78726-CCF3-1060-1E95-EE94484754E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FAC8A0F-BCF4-2550-DAAC-F3A198ABA67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/>
        <p:txBody>
          <a:bodyPr/>
          <a:lstStyle/>
          <a:p>
            <a:r>
              <a:rPr lang="en-US" b="1" err="1"/>
              <a:t>Trainieren</a:t>
            </a:r>
            <a:r>
              <a:rPr lang="en-US" b="1"/>
              <a:t> </a:t>
            </a:r>
            <a:r>
              <a:rPr lang="en-US" b="1" err="1"/>
              <a:t>eines</a:t>
            </a:r>
            <a:r>
              <a:rPr lang="en-US" b="1"/>
              <a:t> </a:t>
            </a:r>
            <a:r>
              <a:rPr lang="en-US" b="1" err="1"/>
              <a:t>linearen</a:t>
            </a:r>
            <a:r>
              <a:rPr lang="en-US" b="1"/>
              <a:t> </a:t>
            </a:r>
            <a:r>
              <a:rPr lang="en-US" b="1" err="1"/>
              <a:t>Regressionsmodell</a:t>
            </a:r>
            <a:r>
              <a:rPr lang="en-US" b="1"/>
              <a:t> auf </a:t>
            </a:r>
            <a:r>
              <a:rPr lang="en-US" b="1" i="1"/>
              <a:t>Training</a:t>
            </a:r>
            <a:endParaRPr lang="de-DE" b="1" i="1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009C8421-2528-8B41-3316-B0D1CB5ADFB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/>
        <p:txBody>
          <a:bodyPr/>
          <a:lstStyle/>
          <a:p>
            <a:r>
              <a:rPr lang="en-US" b="1"/>
              <a:t>Wahl des Lookbacks </a:t>
            </a:r>
            <a:r>
              <a:rPr lang="en-US" b="1" err="1"/>
              <a:t>mit</a:t>
            </a:r>
            <a:r>
              <a:rPr lang="en-US" b="1"/>
              <a:t> MAPE auf </a:t>
            </a:r>
            <a:r>
              <a:rPr lang="en-US" b="1" i="1"/>
              <a:t>Validation</a:t>
            </a:r>
            <a:endParaRPr lang="de-DE" b="1" i="1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A47775D-148B-3235-A592-7B8B3DFE273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/>
        <p:txBody>
          <a:bodyPr/>
          <a:lstStyle/>
          <a:p>
            <a:r>
              <a:rPr lang="en-US" b="1"/>
              <a:t>Ex-post prediction und Autoregressive multi-step forecasting</a:t>
            </a:r>
            <a:endParaRPr lang="de-DE" b="1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4BD2F27-E984-73F0-CAE4-257A28C5004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Statistical Modeling</a:t>
            </a:r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28C2571A-334F-A17A-8110-D9057BCAF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Überblick der Pipeline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2FA281-86F9-F3AA-771D-24357C9A9866}"/>
              </a:ext>
            </a:extLst>
          </p:cNvPr>
          <p:cNvSpPr txBox="1"/>
          <p:nvPr/>
        </p:nvSpPr>
        <p:spPr bwMode="gray">
          <a:xfrm>
            <a:off x="1155032" y="13282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marR="0" lvl="0" indent="-285737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EE71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srgbClr val="535559"/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2885A-C331-3081-B4FC-C4C2EB737CC4}"/>
              </a:ext>
            </a:extLst>
          </p:cNvPr>
          <p:cNvSpPr txBox="1"/>
          <p:nvPr/>
        </p:nvSpPr>
        <p:spPr>
          <a:xfrm>
            <a:off x="3278565" y="6470657"/>
            <a:ext cx="5634871" cy="18370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5197" tIns="105197" rIns="105197" bIns="105197" numCol="1" spcCol="1270" anchor="ctr" anchorCtr="0">
            <a:noAutofit/>
          </a:bodyPr>
          <a:lstStyle/>
          <a:p>
            <a:pPr lvl="0" algn="ctr" defTabSz="1066800">
              <a:spcBef>
                <a:spcPct val="0"/>
              </a:spcBef>
              <a:spcAft>
                <a:spcPct val="35000"/>
              </a:spcAft>
              <a:defRPr/>
            </a:pPr>
            <a:r>
              <a:rPr lang="de-DE" sz="1200" noProof="1">
                <a:solidFill>
                  <a:prstClr val="black">
                    <a:alpha val="70000"/>
                  </a:prstClr>
                </a:solidFill>
              </a:rPr>
              <a:t>MAPE = Mean absolute percentage error (Mittlerer absoluter prozentualer Fehler)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prstClr val="black">
                  <a:alpha val="70000"/>
                </a:prstClr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748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0863-C84D-90E0-5C45-AA5821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E00FE8C-7B1F-CDD4-E777-4BC3945C3BE9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89AD3-3577-5143-9F28-26D80B69E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Merkmalsauswahl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CAB8B9-F2D1-8688-F35B-B98714DC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0B9A9-7C62-726C-C566-FE5B943F10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1A42C-A57D-FFBE-56B7-739681117E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25D7E74-ACDF-0D04-7353-3EB613DD92C6}"/>
              </a:ext>
            </a:extLst>
          </p:cNvPr>
          <p:cNvGrpSpPr/>
          <p:nvPr/>
        </p:nvGrpSpPr>
        <p:grpSpPr>
          <a:xfrm>
            <a:off x="1455974" y="2634188"/>
            <a:ext cx="9280053" cy="2134904"/>
            <a:chOff x="2496788" y="2713933"/>
            <a:chExt cx="7198425" cy="2152429"/>
          </a:xfrm>
        </p:grpSpPr>
        <p:sp>
          <p:nvSpPr>
            <p:cNvPr id="6" name="Rechteck: abgerundete Ecken 43">
              <a:extLst>
                <a:ext uri="{FF2B5EF4-FFF2-40B4-BE49-F238E27FC236}">
                  <a16:creationId xmlns:a16="http://schemas.microsoft.com/office/drawing/2014/main" id="{3132D30C-37FC-5F81-1E90-F55D3202F032}"/>
                </a:ext>
              </a:extLst>
            </p:cNvPr>
            <p:cNvSpPr/>
            <p:nvPr/>
          </p:nvSpPr>
          <p:spPr>
            <a:xfrm>
              <a:off x="2496788" y="2713933"/>
              <a:ext cx="7198425" cy="2152429"/>
            </a:xfrm>
            <a:prstGeom prst="roundRect">
              <a:avLst>
                <a:gd name="adj" fmla="val 893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7F5DD3-32A8-13D7-EED4-5E57B00AD08C}"/>
                    </a:ext>
                  </a:extLst>
                </p:cNvPr>
                <p:cNvSpPr txBox="1"/>
                <p:nvPr/>
              </p:nvSpPr>
              <p:spPr bwMode="gray">
                <a:xfrm>
                  <a:off x="3011064" y="3086019"/>
                  <a:ext cx="6169873" cy="14082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>
                    <a:lnSpc>
                      <a:spcPct val="90000"/>
                    </a:lnSpc>
                    <a:spcAft>
                      <a:spcPts val="1000"/>
                    </a:spcAft>
                    <a:buClr>
                      <a:schemeClr val="accent1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close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close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_{</m:t>
                        </m:r>
                        <m:r>
                          <m:rPr>
                            <m:sty m:val="p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−1},</m:t>
                        </m:r>
                        <m:r>
                          <m:rPr>
                            <m:sty m:val="p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close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_{</m:t>
                        </m:r>
                        <m:r>
                          <m:rPr>
                            <m:sty m:val="p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−...},</m:t>
                        </m:r>
                        <m:r>
                          <m:rPr>
                            <m:sty m:val="p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close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_{</m:t>
                        </m:r>
                        <m:r>
                          <m:rPr>
                            <m:sty m:val="p"/>
                          </m:rPr>
                          <a:rPr lang="en-US" sz="2400" b="1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400" b="1" i="1" smtClean="0">
                            <a:latin typeface="Cambria Math" panose="02040503050406030204" pitchFamily="18" charset="0"/>
                          </a:rPr>
                          <m:t>lookback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},</m:t>
                        </m:r>
                      </m:oMath>
                    </m:oMathPara>
                  </a14:m>
                  <a:endParaRPr lang="en-US" sz="2400" b="1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7F5DD3-32A8-13D7-EED4-5E57B00AD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3011064" y="3086019"/>
                  <a:ext cx="6169873" cy="140825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F11CE2-2F57-31DA-9DAD-21088E4FDFDC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lvl="0" algn="ctr" defTabSz="1066800">
                  <a:spcBef>
                    <a:spcPct val="0"/>
                  </a:spcBef>
                  <a:spcAft>
                    <a:spcPct val="350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Lagged</m:t>
                      </m:r>
                      <m:r>
                        <a:rPr lang="en-US" sz="1200" i="0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i="0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close</m:t>
                      </m:r>
                      <m:r>
                        <a:rPr lang="en-US" sz="1200" i="0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i="0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prices</m:t>
                      </m:r>
                      <m:r>
                        <a:rPr lang="en-US" sz="1200" b="0" i="0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sz="1200" b="0" i="0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Bis</m:t>
                      </m:r>
                      <m:r>
                        <a:rPr lang="en-US" sz="1200" b="0" i="0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zu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𝑙𝑜𝑜𝑘𝑏𝑎𝑐𝑘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Tage</m:t>
                      </m:r>
                    </m:oMath>
                  </m:oMathPara>
                </a14:m>
                <a:endParaRPr kumimoji="0" lang="en-US" sz="1200" b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F11CE2-2F57-31DA-9DAD-21088E4FD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4"/>
                <a:stretch>
                  <a:fillRect t="-16129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956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6CA26-49BC-EEA8-8396-4358E5DF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D0E821-D046-2B5D-01A5-F9D71C7A73F0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A002C-7514-A373-2C67-CB4FAE7CF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Merkmalsauswahl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2D889D-4457-DA04-42A1-5028709D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552CA-E441-8730-60B4-FD81FDB8BCC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AC2F5-14CC-CD75-A223-10058E81C79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B5696B-9706-D770-1F0F-E9CD549E9CC6}"/>
              </a:ext>
            </a:extLst>
          </p:cNvPr>
          <p:cNvGrpSpPr/>
          <p:nvPr/>
        </p:nvGrpSpPr>
        <p:grpSpPr>
          <a:xfrm>
            <a:off x="1455974" y="2634188"/>
            <a:ext cx="9280053" cy="2134904"/>
            <a:chOff x="2496788" y="2713933"/>
            <a:chExt cx="7198425" cy="2152429"/>
          </a:xfrm>
        </p:grpSpPr>
        <p:sp>
          <p:nvSpPr>
            <p:cNvPr id="6" name="Rechteck: abgerundete Ecken 43">
              <a:extLst>
                <a:ext uri="{FF2B5EF4-FFF2-40B4-BE49-F238E27FC236}">
                  <a16:creationId xmlns:a16="http://schemas.microsoft.com/office/drawing/2014/main" id="{06E8C898-8FE7-2CEC-29B3-5890468E12E1}"/>
                </a:ext>
              </a:extLst>
            </p:cNvPr>
            <p:cNvSpPr/>
            <p:nvPr/>
          </p:nvSpPr>
          <p:spPr>
            <a:xfrm>
              <a:off x="2496788" y="2713933"/>
              <a:ext cx="7198425" cy="2152429"/>
            </a:xfrm>
            <a:prstGeom prst="roundRect">
              <a:avLst>
                <a:gd name="adj" fmla="val 893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A1B5AD1-D8F8-21BA-4B6D-297328E07C4B}"/>
                    </a:ext>
                  </a:extLst>
                </p:cNvPr>
                <p:cNvSpPr txBox="1"/>
                <p:nvPr/>
              </p:nvSpPr>
              <p:spPr bwMode="gray">
                <a:xfrm>
                  <a:off x="3011064" y="3086019"/>
                  <a:ext cx="2789399" cy="14082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000"/>
                    </a:spcAft>
                    <a:buClr>
                      <a:srgbClr val="EE7100"/>
                    </a:buClr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ret</m:t>
                            </m:r>
                          </m:e>
                          <m:sub>
                            <m: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3555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close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close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  <m: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close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  <m: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535559"/>
                    </a:solidFill>
                    <a:effectLst/>
                    <a:uLnTx/>
                    <a:uFillTx/>
                    <a:latin typeface="Meta OT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A1B5AD1-D8F8-21BA-4B6D-297328E07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3011064" y="3086019"/>
                  <a:ext cx="2789399" cy="140825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82C4F1-888F-E2C6-8B47-A5B02BC24A85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lvl="0" algn="ctr" defTabSz="1066800">
                  <a:spcBef>
                    <a:spcPct val="0"/>
                  </a:spcBef>
                  <a:spcAft>
                    <a:spcPct val="350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Returns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Relative</m:t>
                      </m:r>
                      <m: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Preisver</m:t>
                      </m:r>
                      <m: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ä</m:t>
                      </m:r>
                      <m:r>
                        <m:rPr>
                          <m:sty m:val="p"/>
                        </m:rP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nderung</m:t>
                      </m:r>
                      <m: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): 1 </m:t>
                      </m:r>
                      <m:r>
                        <m:rPr>
                          <m:sty m:val="p"/>
                        </m:rP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Tag</m:t>
                      </m:r>
                      <m: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und</m:t>
                      </m:r>
                      <m: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 5 </m:t>
                      </m:r>
                      <m:r>
                        <m:rPr>
                          <m:sty m:val="p"/>
                        </m:rPr>
                        <a:rPr lang="en-US" sz="1200" i="1" noProof="1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Tage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82C4F1-888F-E2C6-8B47-A5B02BC24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4"/>
                <a:stretch>
                  <a:fillRect t="-16129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5CD823-4B99-56C0-0012-CC96711BBF64}"/>
                  </a:ext>
                </a:extLst>
              </p:cNvPr>
              <p:cNvSpPr txBox="1"/>
              <p:nvPr/>
            </p:nvSpPr>
            <p:spPr bwMode="gray">
              <a:xfrm>
                <a:off x="6096000" y="3003243"/>
                <a:ext cx="3596033" cy="139679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rgbClr val="EE71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ret</m:t>
                          </m:r>
                        </m:e>
                        <m:sub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sub>
                      </m:sSub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5559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close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t</m:t>
                              </m:r>
                            </m:sub>
                          </m:sSub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close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t</m:t>
                              </m:r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close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t</m:t>
                              </m:r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535559"/>
                  </a:solidFill>
                  <a:effectLst/>
                  <a:uLnTx/>
                  <a:uFillTx/>
                  <a:latin typeface="Meta O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5CD823-4B99-56C0-0012-CC96711BB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96000" y="3003243"/>
                <a:ext cx="3596033" cy="13967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375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0472D-B2AA-E372-01B0-6AF2B959C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031F50F-2FAA-0932-04C8-F06F6E5BDA38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78391-A116-1B30-162A-C9A8786BB7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Merkmalsauswahl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CEE4DE-A7A9-931A-3B33-65AC6DC9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9FE90-8970-14F1-5389-AFCAB27956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C5320-F205-6A60-1A8D-FB661753A0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93A69E-4F5A-B88F-6841-E06382FAE0BF}"/>
              </a:ext>
            </a:extLst>
          </p:cNvPr>
          <p:cNvGrpSpPr/>
          <p:nvPr/>
        </p:nvGrpSpPr>
        <p:grpSpPr>
          <a:xfrm>
            <a:off x="1455974" y="2634188"/>
            <a:ext cx="9280053" cy="2134904"/>
            <a:chOff x="2496788" y="2713933"/>
            <a:chExt cx="7198425" cy="2152429"/>
          </a:xfrm>
        </p:grpSpPr>
        <p:sp>
          <p:nvSpPr>
            <p:cNvPr id="6" name="Rechteck: abgerundete Ecken 43">
              <a:extLst>
                <a:ext uri="{FF2B5EF4-FFF2-40B4-BE49-F238E27FC236}">
                  <a16:creationId xmlns:a16="http://schemas.microsoft.com/office/drawing/2014/main" id="{EA060E40-406B-FF43-F252-3B79963F5664}"/>
                </a:ext>
              </a:extLst>
            </p:cNvPr>
            <p:cNvSpPr/>
            <p:nvPr/>
          </p:nvSpPr>
          <p:spPr>
            <a:xfrm>
              <a:off x="2496788" y="2713933"/>
              <a:ext cx="7198425" cy="2152429"/>
            </a:xfrm>
            <a:prstGeom prst="roundRect">
              <a:avLst>
                <a:gd name="adj" fmla="val 893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98D1B73-44FD-333B-B1C0-84E59A7AD704}"/>
                    </a:ext>
                  </a:extLst>
                </p:cNvPr>
                <p:cNvSpPr txBox="1"/>
                <p:nvPr/>
              </p:nvSpPr>
              <p:spPr bwMode="gray">
                <a:xfrm>
                  <a:off x="3182271" y="3086016"/>
                  <a:ext cx="4085686" cy="14082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000"/>
                    </a:spcAft>
                    <a:buClr>
                      <a:srgbClr val="EE7100"/>
                    </a:buClr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ma</m:t>
                            </m:r>
                          </m:e>
                          <m:sub>
                            <m: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3555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close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close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  <m: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close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  <m:r>
                                  <a:rPr kumimoji="0" lang="en-US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35559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</m:num>
                          <m:den>
                            <m: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535559"/>
                    </a:solidFill>
                    <a:effectLst/>
                    <a:uLnTx/>
                    <a:uFillTx/>
                    <a:latin typeface="Meta OT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98D1B73-44FD-333B-B1C0-84E59A7AD7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3182271" y="3086016"/>
                  <a:ext cx="4085686" cy="140825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2CF091-F357-3DA4-7717-AE5C00CB82C7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marL="0" marR="0" lvl="0" indent="0" algn="ctr" defTabSz="1066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u="none" strike="noStrike" kern="1200" cap="none" spc="0" normalizeH="0" baseline="0" noProof="1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Moving</a:t>
                </a:r>
                <a:r>
                  <a:rPr kumimoji="0" lang="en-US" sz="1200" b="0" u="none" strike="noStrike" kern="1200" cap="none" spc="0" normalizeH="0" noProof="1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averages</a:t>
                </a:r>
                <a14:m>
                  <m:oMath xmlns:m="http://schemas.openxmlformats.org/officeDocument/2006/math">
                    <m:r>
                      <a:rPr kumimoji="0" lang="en-US" sz="1200" b="0" i="0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: 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3 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Tage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und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ü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ber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den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gesamten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Lookback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Zeitraum</m:t>
                    </m:r>
                  </m:oMath>
                </a14:m>
                <a:endPara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2CF091-F357-3DA4-7717-AE5C00CB8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4"/>
                <a:stretch>
                  <a:fillRect t="-22581" b="-48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26EABB-E6A5-65F3-0AE6-971E0677644F}"/>
                  </a:ext>
                </a:extLst>
              </p:cNvPr>
              <p:cNvSpPr txBox="1"/>
              <p:nvPr/>
            </p:nvSpPr>
            <p:spPr bwMode="gray">
              <a:xfrm>
                <a:off x="6074278" y="3003243"/>
                <a:ext cx="5267178" cy="139679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rgbClr val="EE71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ma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535559"/>
                  </a:solidFill>
                  <a:effectLst/>
                  <a:uLnTx/>
                  <a:uFillTx/>
                  <a:latin typeface="Meta O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26EABB-E6A5-65F3-0AE6-971E06776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74278" y="3003243"/>
                <a:ext cx="5267178" cy="13967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15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3C1E-C03B-27A1-06C0-72592C417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A06C63-BC36-FF85-DFB2-F189B335F752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1F45-F6E2-D1DD-80AE-3BAF859B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Merkmalsauswahl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6C31A0-3F8E-5991-A63F-79C7EBFA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A2869-64B5-8455-70B7-84A7F88332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7C29A-71F8-23A3-8778-1F3D283750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37B8732-3A75-39AC-151A-76EFAECF1190}"/>
              </a:ext>
            </a:extLst>
          </p:cNvPr>
          <p:cNvGrpSpPr/>
          <p:nvPr/>
        </p:nvGrpSpPr>
        <p:grpSpPr>
          <a:xfrm>
            <a:off x="2650067" y="2634188"/>
            <a:ext cx="6891867" cy="1992991"/>
            <a:chOff x="2496788" y="2713933"/>
            <a:chExt cx="7198425" cy="2152429"/>
          </a:xfrm>
        </p:grpSpPr>
        <p:sp>
          <p:nvSpPr>
            <p:cNvPr id="6" name="Rechteck: abgerundete Ecken 43">
              <a:extLst>
                <a:ext uri="{FF2B5EF4-FFF2-40B4-BE49-F238E27FC236}">
                  <a16:creationId xmlns:a16="http://schemas.microsoft.com/office/drawing/2014/main" id="{0D320A73-4D8D-BB82-D9A5-90DDB89CCF40}"/>
                </a:ext>
              </a:extLst>
            </p:cNvPr>
            <p:cNvSpPr/>
            <p:nvPr/>
          </p:nvSpPr>
          <p:spPr>
            <a:xfrm>
              <a:off x="2496788" y="2713933"/>
              <a:ext cx="7198425" cy="2152429"/>
            </a:xfrm>
            <a:prstGeom prst="roundRect">
              <a:avLst>
                <a:gd name="adj" fmla="val 893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FB84CAB-8604-28BA-B214-0709B1D25F2C}"/>
                    </a:ext>
                  </a:extLst>
                </p:cNvPr>
                <p:cNvSpPr txBox="1"/>
                <p:nvPr/>
              </p:nvSpPr>
              <p:spPr bwMode="gray">
                <a:xfrm>
                  <a:off x="4053157" y="3086016"/>
                  <a:ext cx="4085686" cy="14082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000"/>
                    </a:spcAft>
                    <a:buClr>
                      <a:srgbClr val="EE7100"/>
                    </a:buClr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std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35559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535559"/>
                    </a:solidFill>
                    <a:effectLst/>
                    <a:uLnTx/>
                    <a:uFillTx/>
                    <a:latin typeface="Meta OT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FB84CAB-8604-28BA-B214-0709B1D25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053157" y="3086016"/>
                  <a:ext cx="4085686" cy="140825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0DC1D3-85EF-F9DB-BD0D-62274A30A9F6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lvl="0" algn="ctr" defTabSz="1066800">
                  <a:spcBef>
                    <a:spcPct val="0"/>
                  </a:spcBef>
                  <a:spcAft>
                    <a:spcPct val="35000"/>
                  </a:spcAft>
                  <a:defRPr/>
                </a:pPr>
                <a:r>
                  <a:rPr lang="en-US" sz="1200" noProof="1">
                    <a:solidFill>
                      <a:prstClr val="black">
                        <a:alpha val="70000"/>
                      </a:prstClr>
                    </a:solidFill>
                  </a:rPr>
                  <a:t>Standard deviation</a:t>
                </a:r>
                <a14:m>
                  <m:oMath xmlns:m="http://schemas.openxmlformats.org/officeDocument/2006/math">
                    <m:r>
                      <a:rPr lang="en-US" sz="1200" noProof="1">
                        <a:solidFill>
                          <a:prstClr val="black">
                            <a:alpha val="70000"/>
                          </a:prstClr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1200" noProof="1">
                        <a:solidFill>
                          <a:prstClr val="black">
                            <a:alpha val="70000"/>
                          </a:prstClr>
                        </a:solidFill>
                        <a:latin typeface="Cambria Math" panose="02040503050406030204" pitchFamily="18" charset="0"/>
                      </a:rPr>
                      <m:t>Volatility</m:t>
                    </m:r>
                    <m:r>
                      <a:rPr lang="en-US" sz="1200" b="0" i="0" noProof="1" smtClean="0">
                        <a:solidFill>
                          <a:prstClr val="black">
                            <a:alpha val="70000"/>
                          </a:prst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200" noProof="1">
                        <a:solidFill>
                          <a:prstClr val="black">
                            <a:alpha val="70000"/>
                          </a:prst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Ü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ber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den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gesamten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Lookback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sty m:val="p"/>
                      </m:rP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Zeitraum</m:t>
                    </m:r>
                  </m:oMath>
                </a14:m>
                <a:endPara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0DC1D3-85EF-F9DB-BD0D-62274A30A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4"/>
                <a:stretch>
                  <a:fillRect t="-19355" b="-5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377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BD6C2-2371-F95B-BCED-6F9B618B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CA0C7C5-02FE-0959-2F1E-A7D0F8C86BCE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A20B9-4AAD-F688-59FD-C1D987CD3F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Wahl des Lookback-</a:t>
            </a:r>
            <a:r>
              <a:rPr lang="en-US" err="1"/>
              <a:t>Zeitraums</a:t>
            </a:r>
            <a:r>
              <a:rPr lang="en-US"/>
              <a:t> (Validation)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00EF3F-868B-37EA-4ABE-24DDE8D4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AB779-838D-11B7-0097-699DE49A4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7BDF5-FC76-521F-5159-FC20ECA9D7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B231C9-FCAD-5696-6102-BF5293FEA5FA}"/>
              </a:ext>
            </a:extLst>
          </p:cNvPr>
          <p:cNvGrpSpPr/>
          <p:nvPr/>
        </p:nvGrpSpPr>
        <p:grpSpPr>
          <a:xfrm>
            <a:off x="2650067" y="2634188"/>
            <a:ext cx="6891867" cy="1992991"/>
            <a:chOff x="2496788" y="2713933"/>
            <a:chExt cx="7198425" cy="2152429"/>
          </a:xfrm>
        </p:grpSpPr>
        <p:sp>
          <p:nvSpPr>
            <p:cNvPr id="6" name="Rechteck: abgerundete Ecken 43">
              <a:extLst>
                <a:ext uri="{FF2B5EF4-FFF2-40B4-BE49-F238E27FC236}">
                  <a16:creationId xmlns:a16="http://schemas.microsoft.com/office/drawing/2014/main" id="{EC32DC8C-817E-D50B-3C77-A942AEEDE9C3}"/>
                </a:ext>
              </a:extLst>
            </p:cNvPr>
            <p:cNvSpPr/>
            <p:nvPr/>
          </p:nvSpPr>
          <p:spPr>
            <a:xfrm>
              <a:off x="2496788" y="2713933"/>
              <a:ext cx="7198425" cy="2152429"/>
            </a:xfrm>
            <a:prstGeom prst="roundRect">
              <a:avLst>
                <a:gd name="adj" fmla="val 893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1FB493-2846-FC8E-6E93-529FB5E89933}"/>
                </a:ext>
              </a:extLst>
            </p:cNvPr>
            <p:cNvSpPr txBox="1"/>
            <p:nvPr/>
          </p:nvSpPr>
          <p:spPr bwMode="gray">
            <a:xfrm>
              <a:off x="3684319" y="2947519"/>
              <a:ext cx="4823363" cy="168525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>
                <a:lnSpc>
                  <a:spcPct val="90000"/>
                </a:lnSpc>
                <a:spcAft>
                  <a:spcPts val="1000"/>
                </a:spcAft>
                <a:buClr>
                  <a:srgbClr val="EE7100"/>
                </a:buClr>
              </a:pPr>
              <a:r>
                <a:rPr lang="en-US" sz="2000" b="1">
                  <a:solidFill>
                    <a:srgbClr val="535559"/>
                  </a:solidFill>
                </a:rPr>
                <a:t>Lookback L=5: Validation MAPE=2.4590% </a:t>
              </a:r>
            </a:p>
            <a:p>
              <a:pPr lvl="0">
                <a:lnSpc>
                  <a:spcPct val="90000"/>
                </a:lnSpc>
                <a:spcAft>
                  <a:spcPts val="1000"/>
                </a:spcAft>
                <a:buClr>
                  <a:srgbClr val="EE7100"/>
                </a:buClr>
              </a:pPr>
              <a:r>
                <a:rPr lang="en-US" sz="2000" b="1">
                  <a:solidFill>
                    <a:srgbClr val="535559"/>
                  </a:solidFill>
                </a:rPr>
                <a:t>Lookback L=10: Validation MAPE=2.5054% </a:t>
              </a:r>
            </a:p>
            <a:p>
              <a:pPr lvl="0">
                <a:lnSpc>
                  <a:spcPct val="90000"/>
                </a:lnSpc>
                <a:spcAft>
                  <a:spcPts val="1000"/>
                </a:spcAft>
                <a:buClr>
                  <a:srgbClr val="EE7100"/>
                </a:buClr>
              </a:pPr>
              <a:r>
                <a:rPr lang="en-US" sz="2000" b="1">
                  <a:solidFill>
                    <a:srgbClr val="535559"/>
                  </a:solidFill>
                </a:rPr>
                <a:t>Lookback L=20: Validation MAPE=2.5532% </a:t>
              </a:r>
            </a:p>
            <a:p>
              <a:pPr lvl="0">
                <a:lnSpc>
                  <a:spcPct val="90000"/>
                </a:lnSpc>
                <a:spcAft>
                  <a:spcPts val="1000"/>
                </a:spcAft>
                <a:buClr>
                  <a:srgbClr val="EE7100"/>
                </a:buClr>
              </a:pPr>
              <a:r>
                <a:rPr lang="en-US" sz="2000" b="1">
                  <a:solidFill>
                    <a:srgbClr val="535559"/>
                  </a:solidFill>
                </a:rPr>
                <a:t>Lookback L=30: Validation MAPE=2.5992%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535559"/>
                </a:solidFill>
                <a:effectLst/>
                <a:uLnTx/>
                <a:uFillTx/>
                <a:latin typeface="Meta OT"/>
                <a:ea typeface="+mn-ea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7D65343-BB93-2037-B29C-5EFE5509D4C7}"/>
              </a:ext>
            </a:extLst>
          </p:cNvPr>
          <p:cNvSpPr txBox="1"/>
          <p:nvPr/>
        </p:nvSpPr>
        <p:spPr>
          <a:xfrm>
            <a:off x="3278565" y="6470657"/>
            <a:ext cx="5634871" cy="18370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5197" tIns="105197" rIns="105197" bIns="105197" numCol="1" spcCol="1270" anchor="ctr" anchorCtr="0">
            <a:noAutofit/>
          </a:bodyPr>
          <a:lstStyle/>
          <a:p>
            <a:pPr lvl="0" algn="ctr" defTabSz="1066800">
              <a:spcBef>
                <a:spcPct val="0"/>
              </a:spcBef>
              <a:spcAft>
                <a:spcPct val="35000"/>
              </a:spcAft>
              <a:defRPr/>
            </a:pPr>
            <a:r>
              <a:rPr lang="de-DE" sz="1200" noProof="1">
                <a:solidFill>
                  <a:prstClr val="black">
                    <a:alpha val="70000"/>
                  </a:prstClr>
                </a:solidFill>
              </a:rPr>
              <a:t>MAPE = Mean absolute percentage error (Mittlerer absoluter prozentualer Fehler)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prstClr val="black">
                  <a:alpha val="70000"/>
                </a:prstClr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622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3F3C-4E37-E76F-92D0-2C992DC51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87A493-4E25-D00D-DC9D-6CCF7389DD8D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A8550-49DF-111D-6621-5B7C9E2296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Ausweitung</a:t>
            </a:r>
            <a:r>
              <a:rPr lang="en-US"/>
              <a:t> auf </a:t>
            </a:r>
            <a:r>
              <a:rPr lang="en-US" i="1"/>
              <a:t>Training</a:t>
            </a:r>
            <a:r>
              <a:rPr lang="en-US"/>
              <a:t> + </a:t>
            </a:r>
            <a:r>
              <a:rPr lang="en-US" i="1"/>
              <a:t>Validation (2015–2024)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0F83C7-E4A6-72AB-524F-0DACE62D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D11A5-F639-AA3A-805D-783B5E35EC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B0646-75D4-5F5E-5682-E2A00A9035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261D45-F5F1-D5A7-5118-EB68FDBE1C70}"/>
              </a:ext>
            </a:extLst>
          </p:cNvPr>
          <p:cNvGrpSpPr/>
          <p:nvPr/>
        </p:nvGrpSpPr>
        <p:grpSpPr>
          <a:xfrm>
            <a:off x="2650067" y="2634188"/>
            <a:ext cx="6891867" cy="1992991"/>
            <a:chOff x="2496788" y="2713933"/>
            <a:chExt cx="7198425" cy="2152429"/>
          </a:xfrm>
        </p:grpSpPr>
        <p:sp>
          <p:nvSpPr>
            <p:cNvPr id="6" name="Rechteck: abgerundete Ecken 43">
              <a:extLst>
                <a:ext uri="{FF2B5EF4-FFF2-40B4-BE49-F238E27FC236}">
                  <a16:creationId xmlns:a16="http://schemas.microsoft.com/office/drawing/2014/main" id="{9A7BF2A9-3E7C-F1F0-5D9C-3AB2D74C01B8}"/>
                </a:ext>
              </a:extLst>
            </p:cNvPr>
            <p:cNvSpPr/>
            <p:nvPr/>
          </p:nvSpPr>
          <p:spPr>
            <a:xfrm>
              <a:off x="2496788" y="2713933"/>
              <a:ext cx="7198425" cy="2152429"/>
            </a:xfrm>
            <a:prstGeom prst="roundRect">
              <a:avLst>
                <a:gd name="adj" fmla="val 893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D1DBD7-E690-DAA6-FA78-544009D63A2E}"/>
                </a:ext>
              </a:extLst>
            </p:cNvPr>
            <p:cNvSpPr txBox="1"/>
            <p:nvPr/>
          </p:nvSpPr>
          <p:spPr bwMode="gray">
            <a:xfrm>
              <a:off x="3684319" y="2947519"/>
              <a:ext cx="4823363" cy="168525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EE7100"/>
                </a:buClr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535559"/>
                  </a:solidFill>
                  <a:effectLst/>
                  <a:uLnTx/>
                  <a:uFillTx/>
                  <a:latin typeface="Meta OT"/>
                  <a:ea typeface="+mn-ea"/>
                  <a:cs typeface="+mn-cs"/>
                </a:rPr>
                <a:t>Lookback L=5: Test MAPE=2.1357%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3973C93-6EA3-F4F1-764C-DCB000B3B292}"/>
              </a:ext>
            </a:extLst>
          </p:cNvPr>
          <p:cNvSpPr txBox="1"/>
          <p:nvPr/>
        </p:nvSpPr>
        <p:spPr>
          <a:xfrm>
            <a:off x="3278565" y="6470657"/>
            <a:ext cx="5634871" cy="18370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5197" tIns="105197" rIns="105197" bIns="105197" numCol="1" spcCol="1270" anchor="ctr" anchorCtr="0">
            <a:noAutofit/>
          </a:bodyPr>
          <a:lstStyle/>
          <a:p>
            <a:pPr marL="0" marR="0" lvl="0" indent="0" algn="ctr" defTabSz="1066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alpha val="70000"/>
                  </a:prst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t>MAPE = Mean absolute percentage error (Mittlerer absoluter prozentualer Fehler)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prstClr val="black">
                  <a:alpha val="70000"/>
                </a:prstClr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9985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6985-043B-DE99-8A39-26D8F592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94ED7C-46DA-47CE-4087-10AB86C995F3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4F47A-2396-70C5-7D7D-23B0C3F3FA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Quality Assessment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949850-FD25-71E9-DEC3-8FED2331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095D4-7D5D-5159-04FB-AA0F80D9EB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5C2D8-6314-D321-E684-DCD65853EF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3FF39-77F9-952B-1553-6394E2B92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813" y="1378640"/>
            <a:ext cx="7994374" cy="458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15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CF889-A28D-8435-CEC4-64E8130D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F0F8622-E22D-78DE-61D7-F0476E75CBDF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805AD-D81D-5343-A5AD-3F91ECBA96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Quality Assessment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B11EA1-5334-C99E-3529-D0159011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24375-9B16-E534-7AA7-66D33A157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64CAA-28E3-5B95-0EB5-D927DCA6CA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53ED02-384B-7126-BAE5-52F0461A7B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8813" y="1378640"/>
            <a:ext cx="7994374" cy="458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87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80B1-C479-0873-E303-4CE3D92A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069F20-66CA-4513-472D-53F4F4B2D9F5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5A1F3-21AC-9B58-77F9-2B9DD8092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Funktionale</a:t>
            </a:r>
            <a:r>
              <a:rPr lang="en-US"/>
              <a:t> Form der </a:t>
            </a:r>
            <a:r>
              <a:rPr lang="en-US" err="1"/>
              <a:t>linearen</a:t>
            </a:r>
            <a:r>
              <a:rPr lang="en-US"/>
              <a:t> Regression</a:t>
            </a:r>
            <a:endParaRPr lang="en-US" i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3C9B3E-81F4-9460-426A-90FF2C37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7DBFA-B4FC-230B-2DC7-9BC2E64463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90103-F18B-5819-BB1F-F69CAE9FE3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AF622A-F8F9-9F1D-D015-B36A9C837932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marL="0" marR="0" lvl="0" indent="0" algn="ctr" defTabSz="1066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200" b="0" i="1" u="none" strike="noStrike" kern="1200" cap="none" spc="0" normalizeH="0" baseline="0" noProof="1" smtClean="0">
                            <a:ln>
                              <a:noFill/>
                            </a:ln>
                            <a:solidFill>
                              <a:prstClr val="black">
                                <a:alpha val="70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200" b="0" i="1" u="none" strike="noStrike" kern="1200" cap="none" spc="0" normalizeH="0" baseline="0" noProof="1" smtClean="0">
                            <a:ln>
                              <a:noFill/>
                            </a:ln>
                            <a:solidFill>
                              <a:prstClr val="black">
                                <a:alpha val="70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0" lang="en-US" sz="1200" b="0" i="1" u="none" strike="noStrike" kern="1200" cap="none" spc="0" normalizeH="0" baseline="0" noProof="1" smtClean="0">
                            <a:ln>
                              <a:noFill/>
                            </a:ln>
                            <a:solidFill>
                              <a:prstClr val="black">
                                <a:alpha val="70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𝐹𝑒𝑎𝑡𝑢𝑟𝑒𝑠</m:t>
                    </m:r>
                  </m:oMath>
                </a14:m>
                <a:r>
                  <a:rPr kumimoji="0" lang="en-US" sz="1200" b="0" i="0" u="none" strike="noStrike" kern="1200" cap="none" spc="0" normalizeH="0" baseline="0" noProof="1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latin typeface="Avenir Next LT Pro Demi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200" b="0" i="1" u="none" strike="noStrike" kern="1200" cap="none" spc="0" normalizeH="0" baseline="0" noProof="1" smtClean="0">
                            <a:ln>
                              <a:noFill/>
                            </a:ln>
                            <a:solidFill>
                              <a:prstClr val="black">
                                <a:alpha val="70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200" b="0" i="1" u="none" strike="noStrike" kern="1200" cap="none" spc="0" normalizeH="0" baseline="0" noProof="1" smtClean="0">
                            <a:ln>
                              <a:noFill/>
                            </a:ln>
                            <a:solidFill>
                              <a:prstClr val="black">
                                <a:alpha val="70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0" lang="en-US" sz="1200" b="0" i="1" u="none" strike="noStrike" kern="1200" cap="none" spc="0" normalizeH="0" baseline="0" noProof="1" smtClean="0">
                            <a:ln>
                              <a:noFill/>
                            </a:ln>
                            <a:solidFill>
                              <a:prstClr val="black">
                                <a:alpha val="70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200" b="0" i="1" u="none" strike="noStrike" kern="1200" cap="none" spc="0" normalizeH="0" baseline="0" noProof="1" smtClean="0">
                        <a:ln>
                          <a:noFill/>
                        </a:ln>
                        <a:solidFill>
                          <a:prstClr val="black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𝐼𝑛𝑡𝑒𝑟𝑐𝑒𝑝𝑡</m:t>
                    </m:r>
                  </m:oMath>
                </a14:m>
                <a:endPara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AF622A-F8F9-9F1D-D015-B36A9C837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3"/>
                <a:stretch>
                  <a:fillRect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D857ADAB-C861-49C3-0CBB-2ECBCE6618D5}"/>
              </a:ext>
            </a:extLst>
          </p:cNvPr>
          <p:cNvGrpSpPr/>
          <p:nvPr/>
        </p:nvGrpSpPr>
        <p:grpSpPr>
          <a:xfrm>
            <a:off x="1038170" y="2677299"/>
            <a:ext cx="10115659" cy="2040288"/>
            <a:chOff x="1092032" y="2677299"/>
            <a:chExt cx="10115659" cy="204028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883A661-C427-0320-6ADD-71EA01C1E15C}"/>
                </a:ext>
              </a:extLst>
            </p:cNvPr>
            <p:cNvGrpSpPr/>
            <p:nvPr/>
          </p:nvGrpSpPr>
          <p:grpSpPr>
            <a:xfrm>
              <a:off x="1092032" y="2677299"/>
              <a:ext cx="4602071" cy="2040288"/>
              <a:chOff x="2496788" y="2713933"/>
              <a:chExt cx="7198425" cy="2152429"/>
            </a:xfrm>
          </p:grpSpPr>
          <p:sp>
            <p:nvSpPr>
              <p:cNvPr id="15" name="Rechteck: abgerundete Ecken 43">
                <a:extLst>
                  <a:ext uri="{FF2B5EF4-FFF2-40B4-BE49-F238E27FC236}">
                    <a16:creationId xmlns:a16="http://schemas.microsoft.com/office/drawing/2014/main" id="{55325A30-888B-27EC-F665-E058F59C0884}"/>
                  </a:ext>
                </a:extLst>
              </p:cNvPr>
              <p:cNvSpPr/>
              <p:nvPr/>
            </p:nvSpPr>
            <p:spPr>
              <a:xfrm>
                <a:off x="2496788" y="2713933"/>
                <a:ext cx="7198425" cy="2152429"/>
              </a:xfrm>
              <a:prstGeom prst="roundRect">
                <a:avLst>
                  <a:gd name="adj" fmla="val 8933"/>
                </a:avLst>
              </a:prstGeom>
            </p:spPr>
            <p:style>
              <a:lnRef idx="0">
                <a:schemeClr val="dk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bg1">
                  <a:lumMod val="95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bg1">
                  <a:lumMod val="95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4F64FE24-F585-58B8-9C71-4A90840992D7}"/>
                      </a:ext>
                    </a:extLst>
                  </p:cNvPr>
                  <p:cNvSpPr txBox="1"/>
                  <p:nvPr/>
                </p:nvSpPr>
                <p:spPr bwMode="gray">
                  <a:xfrm>
                    <a:off x="4053157" y="3086016"/>
                    <a:ext cx="4085686" cy="140825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buClr>
                        <a:srgbClr val="EE7100"/>
                      </a:buClr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0" lang="en-US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35559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35559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kumimoji="0" lang="en-US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35559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35559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35559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0" lang="en-US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35559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oMath>
                      </m:oMathPara>
                    </a14:m>
                    <a:endPara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535559"/>
                      </a:solidFill>
                      <a:effectLst/>
                      <a:uLnTx/>
                      <a:uFillTx/>
                      <a:latin typeface="Meta OT"/>
                    </a:endParaRPr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4F64FE24-F585-58B8-9C71-4A90840992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gray">
                  <a:xfrm>
                    <a:off x="4053157" y="3086016"/>
                    <a:ext cx="4085686" cy="140825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046E41B-B4AF-17DE-F556-E376FA39EBBB}"/>
                    </a:ext>
                  </a:extLst>
                </p:cNvPr>
                <p:cNvSpPr txBox="1"/>
                <p:nvPr/>
              </p:nvSpPr>
              <p:spPr bwMode="gray">
                <a:xfrm>
                  <a:off x="6645716" y="3030000"/>
                  <a:ext cx="4561975" cy="1334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Aft>
                      <a:spcPts val="1000"/>
                    </a:spcAft>
                    <a:buClr>
                      <a:srgbClr val="EE7100"/>
                    </a:buCl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m:rPr>
                          <m:nor/>
                        </m:rPr>
                        <a:rPr kumimoji="0" lang="en-US" sz="2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5559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3555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𝟖𝟑𝟑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𝟎𝟑𝟓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𝟐𝟎𝟖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𝟎𝟎𝟗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𝟎𝟏𝟗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𝒓𝒆𝒕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𝟓𝟎𝟔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𝒓𝒆𝒕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𝟐𝟒𝟕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𝒎𝒂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𝟐𝟐𝟎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𝒎𝒂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𝟏𝟑𝟎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𝒔𝒕𝒅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535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535559"/>
                                  </a:solidFill>
                                  <a:latin typeface="Cambria Math" panose="02040503050406030204" pitchFamily="18" charset="0"/>
                                </a:rPr>
                                <m:t>𝟎𝟕𝟏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535559"/>
                      </a:solidFill>
                      <a:effectLst/>
                      <a:uLnTx/>
                      <a:uFillTx/>
                      <a:latin typeface="Meta OT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555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5559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5559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5559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5559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𝟎𝟐𝟎</m:t>
                      </m:r>
                    </m:oMath>
                  </a14:m>
                  <a:endPara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535559"/>
                    </a:solidFill>
                    <a:effectLst/>
                    <a:uLnTx/>
                    <a:uFillTx/>
                    <a:latin typeface="Meta OT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046E41B-B4AF-17DE-F556-E376FA39EB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645716" y="3030000"/>
                  <a:ext cx="4561975" cy="1334887"/>
                </a:xfrm>
                <a:prstGeom prst="rect">
                  <a:avLst/>
                </a:prstGeom>
                <a:blipFill>
                  <a:blip r:embed="rId5"/>
                  <a:stretch>
                    <a:fillRect t="-90868" b="-739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689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9EFB2-A776-7AF2-923B-F163A53B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22C3FF-54F1-2760-AA19-12E9C47C5A46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1B93-07FF-7444-D0D3-AC7372CCC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Ex-Post </a:t>
            </a:r>
            <a:r>
              <a:rPr lang="en-US" err="1"/>
              <a:t>Auswertung</a:t>
            </a:r>
            <a:endParaRPr lang="en-US" i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6CC304-5F50-C7AE-F29E-2D451D87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63552-AB96-9920-1E36-F9B2C0BEED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63037-E592-8F9A-0E43-3E7DC53A4B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CBF46-64B7-7A37-0B65-564552F1FC72}"/>
              </a:ext>
            </a:extLst>
          </p:cNvPr>
          <p:cNvSpPr txBox="1"/>
          <p:nvPr/>
        </p:nvSpPr>
        <p:spPr bwMode="gray">
          <a:xfrm>
            <a:off x="2903989" y="2334237"/>
            <a:ext cx="6384022" cy="21895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800"/>
              <a:t>TODO: </a:t>
            </a:r>
            <a:r>
              <a:rPr lang="en-DE" sz="2800"/>
              <a:t>2026-02-02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6B5921-1A24-507B-58FE-F4318C3030D3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lvl="0" algn="ctr" defTabSz="1066800">
                  <a:spcBef>
                    <a:spcPct val="0"/>
                  </a:spcBef>
                  <a:spcAft>
                    <a:spcPct val="350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𝑝𝑟𝑒𝑑</m:t>
                      </m:r>
                      <m:r>
                        <a:rPr lang="en-US" sz="120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𝑣𝑠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sz="1200" b="0" i="1" noProof="1" smtClean="0">
                              <a:solidFill>
                                <a:prstClr val="black">
                                  <a:alpha val="70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6B5921-1A24-507B-58FE-F4318C303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3"/>
                <a:stretch>
                  <a:fillRect t="-16129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930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378B-DEF4-6C10-1B32-180F1F87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500B0B-4B01-C090-9CB2-4E0E0B5C9ED5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1938994" y="1728788"/>
            <a:ext cx="0" cy="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7834A-7413-690F-9FA2-216499539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Autoregressive </a:t>
            </a:r>
            <a:r>
              <a:rPr lang="en-US" err="1"/>
              <a:t>Auswertung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734B54-7116-723E-AD64-D7723E84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Statistical Modeling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A8CA8-4440-1469-50D3-CC1B74C913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6D663-3CE6-4D35-8414-429F5E696139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4BC94-CAED-D7EC-E2CC-F6ABC674EA7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>
                    <a:lumMod val="20000"/>
                    <a:lumOff val="80000"/>
                  </a:srgbClr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>
                  <a:lumMod val="20000"/>
                  <a:lumOff val="80000"/>
                </a:srgbClr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3FB2A1-3A73-CF01-342B-F497AA3AF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356" y="1726297"/>
            <a:ext cx="9867288" cy="39018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0F2B4A-3779-5117-666E-251FFB964B17}"/>
                  </a:ext>
                </a:extLst>
              </p:cNvPr>
              <p:cNvSpPr txBox="1"/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5197" tIns="105197" rIns="105197" bIns="105197" numCol="1" spcCol="1270" anchor="ctr" anchorCtr="0">
                <a:noAutofit/>
              </a:bodyPr>
              <a:lstStyle/>
              <a:p>
                <a:pPr lvl="0" algn="ctr" defTabSz="1066800">
                  <a:spcBef>
                    <a:spcPct val="0"/>
                  </a:spcBef>
                  <a:spcAft>
                    <a:spcPct val="350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𝑝𝑟𝑒𝑑</m:t>
                      </m:r>
                      <m:r>
                        <a:rPr lang="en-US" sz="120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: 187.15 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𝑣𝑠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sz="1200" b="0" i="1" noProof="1" smtClean="0">
                          <a:solidFill>
                            <a:prstClr val="black">
                              <a:alpha val="70000"/>
                            </a:prst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sz="1200" b="0" i="1" noProof="1" smtClean="0">
                              <a:solidFill>
                                <a:prstClr val="black">
                                  <a:alpha val="70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0F2B4A-3779-5117-666E-251FFB964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565" y="6470657"/>
                <a:ext cx="5634871" cy="183705"/>
              </a:xfrm>
              <a:prstGeom prst="rect">
                <a:avLst/>
              </a:prstGeom>
              <a:blipFill>
                <a:blip r:embed="rId5"/>
                <a:stretch>
                  <a:fillRect t="-16129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842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AC64C-5F51-CE99-0A0C-247F2BED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769362-4F14-D5DC-27A8-121F5FCCCAF3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5B2B9-01C5-4CF7-AC68-1ABCFB96A8D8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/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 Januar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/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51977-B67E-74D9-F600-2DA807E826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EFE82-39F2-4F47-8A0C-D5AB3496FA5C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535559"/>
                </a:solidFill>
                <a:effectLst/>
                <a:uLnTx/>
                <a:uFillTx/>
                <a:latin typeface="Meta O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535559"/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5BB937D-4249-DF75-161B-32710C2623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1170974" y="2626756"/>
            <a:ext cx="1062039" cy="815313"/>
          </a:xfrm>
        </p:spPr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C060DFB-ADAE-1799-995B-1D012EFFB2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1170974" y="3969618"/>
            <a:ext cx="1062039" cy="815313"/>
          </a:xfrm>
        </p:spPr>
        <p:txBody>
          <a:bodyPr/>
          <a:lstStyle/>
          <a:p>
            <a:r>
              <a:rPr lang="de-DE">
                <a:solidFill>
                  <a:schemeClr val="bg1">
                    <a:lumMod val="85000"/>
                  </a:schemeClr>
                </a:solidFill>
              </a:rPr>
              <a:t>02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1CC53D7-AB42-C89D-31A2-08A3DA7FA1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 rot="5400000">
            <a:off x="2081442" y="3016406"/>
            <a:ext cx="720000" cy="36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9D6EFF26-CB27-16BA-5EAF-27D331945E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 rot="5400000">
            <a:off x="2081442" y="4359271"/>
            <a:ext cx="720000" cy="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>
                <a:solidFill>
                  <a:schemeClr val="bg1">
                    <a:lumMod val="85000"/>
                  </a:schemeClr>
                </a:solidFill>
              </a:rPr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33E1B44-E0E0-A357-CE16-3AEF17F62F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2649874" y="2627119"/>
            <a:ext cx="3600000" cy="814387"/>
          </a:xfrm>
        </p:spPr>
        <p:txBody>
          <a:bodyPr/>
          <a:lstStyle/>
          <a:p>
            <a:r>
              <a:rPr lang="en-US" b="1" err="1"/>
              <a:t>Mögliche</a:t>
            </a:r>
            <a:r>
              <a:rPr lang="en-US" b="1"/>
              <a:t> </a:t>
            </a:r>
            <a:r>
              <a:rPr lang="en-US" b="1" err="1"/>
              <a:t>fehlerhafte</a:t>
            </a:r>
            <a:r>
              <a:rPr lang="en-US" b="1"/>
              <a:t> </a:t>
            </a:r>
            <a:r>
              <a:rPr lang="en-US" b="1" err="1"/>
              <a:t>Linearitätsannahme</a:t>
            </a:r>
            <a:endParaRPr lang="de-DE" b="1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2B3B0701-0AD5-322F-0247-65B8B21108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649874" y="3970544"/>
            <a:ext cx="3600000" cy="814387"/>
          </a:xfrm>
        </p:spPr>
        <p:txBody>
          <a:bodyPr/>
          <a:lstStyle/>
          <a:p>
            <a:r>
              <a:rPr lang="de-DE" b="1"/>
              <a:t>Fehlende externe Treiber </a:t>
            </a:r>
            <a:r>
              <a:rPr lang="en-US" b="1"/>
              <a:t>(</a:t>
            </a:r>
            <a:r>
              <a:rPr lang="en-US" b="1" err="1"/>
              <a:t>Nachrichten</a:t>
            </a:r>
            <a:r>
              <a:rPr lang="en-US" b="1"/>
              <a:t>, </a:t>
            </a:r>
            <a:r>
              <a:rPr lang="en-US" b="1" err="1"/>
              <a:t>Marktstimmung</a:t>
            </a:r>
            <a:r>
              <a:rPr lang="en-US" b="1"/>
              <a:t> etc.)</a:t>
            </a:r>
            <a:endParaRPr lang="de-DE" b="1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A8FC2DDC-5FC5-FDA8-AFF9-276B686B6AB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6480817" y="2626756"/>
            <a:ext cx="1062039" cy="815313"/>
          </a:xfrm>
        </p:spPr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03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3CAA2158-DA78-55B5-D41B-F0BE896C43B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6480817" y="3969618"/>
            <a:ext cx="1062039" cy="815313"/>
          </a:xfrm>
        </p:spPr>
        <p:txBody>
          <a:bodyPr/>
          <a:lstStyle/>
          <a:p>
            <a:r>
              <a:rPr lang="de-DE">
                <a:solidFill>
                  <a:schemeClr val="tx1">
                    <a:lumMod val="20000"/>
                    <a:lumOff val="80000"/>
                  </a:schemeClr>
                </a:solidFill>
              </a:rPr>
              <a:t>04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98B4C4D3-46DC-71FE-923D-FF60C7405AF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 rot="5400000">
            <a:off x="7391284" y="3016406"/>
            <a:ext cx="720000" cy="36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7442850-817E-258C-1A42-8DD1BD523BD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 rot="5400000">
            <a:off x="7391284" y="4359271"/>
            <a:ext cx="720000" cy="36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5279F359-EAAA-6421-1A20-C605F310538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959716" y="2627119"/>
            <a:ext cx="3600000" cy="814387"/>
          </a:xfrm>
        </p:spPr>
        <p:txBody>
          <a:bodyPr/>
          <a:lstStyle/>
          <a:p>
            <a:r>
              <a:rPr lang="de-DE" b="1"/>
              <a:t>Fehlerfortpflanzung im autoregressiven Modus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FE6583B-86F8-DA42-4BF2-3790745EB6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959716" y="3970544"/>
            <a:ext cx="3600000" cy="814387"/>
          </a:xfrm>
        </p:spPr>
        <p:txBody>
          <a:bodyPr/>
          <a:lstStyle/>
          <a:p>
            <a:r>
              <a:rPr lang="en-US" b="1"/>
              <a:t>Nicht-</a:t>
            </a:r>
            <a:r>
              <a:rPr lang="en-US" b="1" err="1"/>
              <a:t>Stationarität</a:t>
            </a:r>
            <a:r>
              <a:rPr lang="en-US" b="1"/>
              <a:t> / </a:t>
            </a:r>
            <a:r>
              <a:rPr lang="en-US" b="1" err="1"/>
              <a:t>Konzeptdrift</a:t>
            </a:r>
            <a:endParaRPr lang="de-DE" b="1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5E1B13C-08A8-2CFE-25E5-FFF756A6FCC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Statistical Modeling</a:t>
            </a:r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A11B3693-3485-1709-30DA-28824D18BD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Limitierungen</a:t>
            </a:r>
            <a:r>
              <a:rPr lang="en-US"/>
              <a:t> </a:t>
            </a:r>
            <a:r>
              <a:rPr lang="en-US" err="1"/>
              <a:t>linearer</a:t>
            </a:r>
            <a:r>
              <a:rPr lang="en-US"/>
              <a:t> Regression</a:t>
            </a:r>
            <a:endParaRPr lang="en-US" i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112A708-197C-FA36-C292-4175480F7B8E}"/>
              </a:ext>
            </a:extLst>
          </p:cNvPr>
          <p:cNvSpPr txBox="1"/>
          <p:nvPr/>
        </p:nvSpPr>
        <p:spPr bwMode="gray">
          <a:xfrm>
            <a:off x="1336337" y="13282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marR="0" lvl="0" indent="-285737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EE71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srgbClr val="535559"/>
              </a:solidFill>
              <a:effectLst/>
              <a:uLnTx/>
              <a:uFillTx/>
              <a:latin typeface="Meta O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848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TH">
  <a:themeElements>
    <a:clrScheme name="Benutzerdefiniert 22">
      <a:dk1>
        <a:srgbClr val="535559"/>
      </a:dk1>
      <a:lt1>
        <a:srgbClr val="FFFFFF"/>
      </a:lt1>
      <a:dk2>
        <a:srgbClr val="535559"/>
      </a:dk2>
      <a:lt2>
        <a:srgbClr val="FFFFFF"/>
      </a:lt2>
      <a:accent1>
        <a:srgbClr val="EE7100"/>
      </a:accent1>
      <a:accent2>
        <a:srgbClr val="535559"/>
      </a:accent2>
      <a:accent3>
        <a:srgbClr val="1FB1CC"/>
      </a:accent3>
      <a:accent4>
        <a:srgbClr val="6C3480"/>
      </a:accent4>
      <a:accent5>
        <a:srgbClr val="00679F"/>
      </a:accent5>
      <a:accent6>
        <a:srgbClr val="45B179"/>
      </a:accent6>
      <a:hlink>
        <a:srgbClr val="535559"/>
      </a:hlink>
      <a:folHlink>
        <a:srgbClr val="EE71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rnd" cmpd="sng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lnSpc>
            <a:spcPct val="90000"/>
          </a:lnSpc>
          <a:spcAft>
            <a:spcPts val="1000"/>
          </a:spcAft>
          <a:buClr>
            <a:schemeClr val="accent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OTH</vt:lpstr>
      <vt:lpstr>NasDAQ / Crypto Analytics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Analysis</vt:lpstr>
      <vt:lpstr>Verteilung der Lebensdauer</vt:lpstr>
      <vt:lpstr>Aktive Aktien</vt:lpstr>
      <vt:lpstr>Zeitliche Entwicklung der Branche</vt:lpstr>
      <vt:lpstr>NASDAQ vs Crypto: Profit</vt:lpstr>
      <vt:lpstr>Statistische Verteilung der logarithmierten Schlusskurse</vt:lpstr>
      <vt:lpstr>Korrelationsanalyse</vt:lpstr>
      <vt:lpstr>Portfolio Wert bei monatlichem Investment</vt:lpstr>
      <vt:lpstr>Geographische Karte</vt:lpstr>
      <vt:lpstr>Eigene Idee - Ausschlagungen</vt:lpstr>
      <vt:lpstr>Graphen der Aktien mit grösten/kleinsten Ausschläge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  <vt:lpstr>Statistical Modeling</vt:lpstr>
    </vt:vector>
  </TitlesOfParts>
  <Company>Ostbayerische Technische Hochschule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 Master</dc:title>
  <dc:creator>PresentationLoad</dc:creator>
  <dc:description/>
  <cp:revision>1</cp:revision>
  <dcterms:created xsi:type="dcterms:W3CDTF">2015-11-26T10:37:47Z</dcterms:created>
  <dcterms:modified xsi:type="dcterms:W3CDTF">2026-01-18T21:50:42Z</dcterms:modified>
</cp:coreProperties>
</file>